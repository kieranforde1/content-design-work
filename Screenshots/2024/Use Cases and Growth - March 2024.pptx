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64" r:id="rId6"/>
    <p:sldMasterId id="214748386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Lexend Deca Medium"/>
      <p:regular r:id="rId44"/>
      <p:bold r:id="rId45"/>
    </p:embeddedFont>
    <p:embeddedFont>
      <p:font typeface="Lexend Deca Light"/>
      <p:regular r:id="rId46"/>
      <p:bold r:id="rId47"/>
    </p:embeddedFont>
    <p:embeddedFont>
      <p:font typeface="Lexend Deca ExtraLight"/>
      <p:regular r:id="rId48"/>
      <p:bold r:id="rId49"/>
    </p:embeddedFont>
    <p:embeddedFont>
      <p:font typeface="Lexend Dec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ri Echt-Wilson"/>
  <p:cmAuthor clrIdx="1" id="1" initials="" lastIdx="2" name="Samieh Shalash"/>
  <p:cmAuthor clrIdx="2" id="2" initials="" lastIdx="2" name="Emily Magnuson"/>
  <p:cmAuthor clrIdx="3" id="3" initials="" lastIdx="9" name="Kieran Forde"/>
  <p:cmAuthor clrIdx="4" id="4" initials="" lastIdx="1" name="Katherine Britt"/>
  <p:cmAuthor clrIdx="5" id="5" initials="" lastIdx="2" name="Dan Kavanaugh"/>
  <p:cmAuthor clrIdx="6" id="6" initials="" lastIdx="1" name="Róisín Kirby-Bourke"/>
  <p:cmAuthor clrIdx="7" id="7" initials="" lastIdx="2" name="Fadwa Eddarbouch"/>
  <p:cmAuthor clrIdx="8" id="8" initials="" lastIdx="1" name="Justin Mador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56295A-284B-434D-9FE9-A0E4271B7B66}">
  <a:tblStyle styleId="{2956295A-284B-434D-9FE9-A0E4271B7B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LexendDecaMedium-regular.fntdata"/><Relationship Id="rId43" Type="http://schemas.openxmlformats.org/officeDocument/2006/relationships/slide" Target="slides/slide35.xml"/><Relationship Id="rId46" Type="http://schemas.openxmlformats.org/officeDocument/2006/relationships/font" Target="fonts/LexendDecaLight-regular.fntdata"/><Relationship Id="rId45" Type="http://schemas.openxmlformats.org/officeDocument/2006/relationships/font" Target="fonts/LexendDecaMedium-bold.fntdata"/><Relationship Id="rId48" Type="http://schemas.openxmlformats.org/officeDocument/2006/relationships/font" Target="fonts/LexendDecaExtraLight-regular.fntdata"/><Relationship Id="rId47" Type="http://schemas.openxmlformats.org/officeDocument/2006/relationships/font" Target="fonts/LexendDecaLight-bold.fntdata"/><Relationship Id="rId49" Type="http://schemas.openxmlformats.org/officeDocument/2006/relationships/font" Target="fonts/LexendDecaExtraLight-bold.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51" Type="http://schemas.openxmlformats.org/officeDocument/2006/relationships/font" Target="fonts/LexendDeca-bold.fntdata"/><Relationship Id="rId50" Type="http://schemas.openxmlformats.org/officeDocument/2006/relationships/font" Target="fonts/LexendDeca-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3-07T21:24:23.416">
    <p:pos x="3140" y="1523"/>
    <p:text>since Community is a big focus for relaunch, I'm wondering if it should be crossed out here? @sshalash@hubspot.com ?
_Reassigned to Samieh Shalash_</p:text>
  </p:cm>
  <p:cm authorId="1" idx="1" dt="2024-03-06T02:02:25.500">
    <p:pos x="3140" y="1523"/>
    <p:text>+1 @kiforde@hubspot.com can you share context on it being crossed out/not included?</p:text>
  </p:cm>
  <p:cm authorId="2" idx="1" dt="2024-03-06T23:41:48.267">
    <p:pos x="3140" y="1523"/>
    <p:text>I think this is where there is a difference between:
- Positioning Pillars (very high level describe what Starter does, aka the job you hire the software to do, limited to 3).
- Positioning Differentiators (describe WHY customers should buy YOUR specific product to do the above jobs) - I would include community in this in terms of its relation to the Starter value prop. You should buy HubSpot and not other competitors because only hubspot gives you access to the largest founder community.   
- Use Cases (more granular than pillars, help us narrow in on specific JTBDs that Growth can build onboarding flows around).
- Playbooks? Tasks? (not sure what to call this bucket, but these are the actions/tasks that customers take that ladder up to achieving a use case) 
- Features: the features that ladder up to those tasks.
I actually wonder if we should add a taxonomy slide to this deck that helps explain the different layers of granularity here.</p:text>
  </p:cm>
  <p:cm authorId="3" idx="1" dt="2024-03-07T16:03:21.123">
    <p:pos x="3140" y="1523"/>
    <p:text>Great question Ari! And I totally see where you're coming from Emily - I like the idea of developing these concepts a bit more. 
One theme that's emerging is the difference between: 
- "use cases": the things that people need to achieve to grow their business (like closing more deals, or collecting payments)
-  "differentiators/benefits": the reasons why HubSpot is the best tool to achieve these things (which would include things like Community, a crafted onboarding experience, AI and automation features, etc)
I'd see community as a benefit that can enhance most use cases, but probably isn't a reason someone would start using HubSpot in the first place.</p:text>
  </p:cm>
  <p:cm authorId="1" idx="2" dt="2024-03-07T21:24:23.416">
    <p:pos x="3140" y="1523"/>
    <p:text>That makes sense — @emagnuson@hubspot.com and I chatted about clarifying this as a next step. 1) Customer needs 2) What makes HubSpot a great solution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4" idx="1" dt="2024-03-07T16:32:22.795">
    <p:pos x="160" y="662"/>
    <p:text>Q here! Is this guidance for copy writing / messaging within in ap?</p:text>
  </p:cm>
  <p:cm authorId="0" idx="2" dt="2024-03-05T10:26:42.150">
    <p:pos x="160" y="662"/>
    <p:text>subscribing.</p:text>
  </p:cm>
  <p:cm authorId="3" idx="2" dt="2024-03-07T16:32:22.795">
    <p:pos x="160" y="662"/>
    <p:text>Yes 😀
The idea is that we'll use this copy whenever we refer to these use cases and are targeting the Business Builder persona.
I've had a decent amount of feedback on the copy, but am still open to changes if you can see any ways this might not translate to different contexts</p:text>
  </p:cm>
  <p:cm authorId="5" idx="1" dt="2024-03-07T16:36:10.717">
    <p:pos x="160" y="762"/>
    <p:text>Do we have snippets for Self Service? Also within service hub from earlier slide</p:text>
  </p:cm>
  <p:cm authorId="3" idx="3" dt="2024-03-07T16:36:10.717">
    <p:pos x="160" y="762"/>
    <p:text>As far as I know, Self Service (recently renamed "Drive retention") is not one of the use cases we're focusing on for Free/Starter.
Thinking through our Slack thread, let's discuss whether it's worth us working on snippets for use cases that aren't in scope for the Free/Starter relaunch :) 
Maybe there should be content for Drive Retention...</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6" idx="1" dt="2024-03-14T10:31:41.472">
    <p:pos x="158" y="597"/>
    <p:text>Hey @kiforde@hubspot.com 
Howe we're mapping/listing Key Features don't look correct.
This slide in Atlas is accurate: https://docs.google.com/presentation/d/1xx9G7YIUfjLAqRSRAlViU0vgZzPxtDA9bNZUV53jSo4/edit#slide=id.g2afed6211ff_0_0
Which is the source of truth?</p:text>
  </p:cm>
  <p:cm authorId="3" idx="4" dt="2024-03-14T10:31:41.472">
    <p:pos x="158" y="597"/>
    <p:text>Hey Ro - go with the Atlas 😀
I copied this slide from there a couple of weeks ago, so any discrepancies will be because someone's updated the Atlas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7" idx="1" dt="2024-03-07T16:39:03.298">
    <p:pos x="6000" y="0"/>
    <p:text>@kiforde@hubspot.com Not sure if this an exhaustive illustration: Are we expecting to have the other use cases here too? eg. Create content, Automate Marketing, etc</p:text>
  </p:cm>
  <p:cm authorId="3" idx="5" dt="2024-03-07T16:39:03.298">
    <p:pos x="6000" y="0"/>
    <p:text>Hey Fadwa - yes, all these screens are just to give an idea of whether the content might be surfaced. 
I grabbed the work in progress designs from various places, but they're all still being worked on.
@cbiddlecombe@hubspot.com is working on variations of this screen to test ways we could show more use cases without overloading the user.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7" idx="2" dt="2024-03-07T16:46:49.657">
    <p:pos x="6000" y="0"/>
    <p:text>In Q2, GO-setup will look at simplifying the template selection experience further incl. making it clear for users that this step is for CRM configuration.
A note here that we haven't received any feedback from users reporting that a grouping by function is a source of friction / a barrier to selecting a CRM template (incl. CRM Setup MVP Usability testing, GSWH V2 usability study findings).
We'll evaluate whether another grouping option would be more optimal at this stage. However, we want to ensure we address the Selection paralysis issue effectively &amp; introducing more information to process could potentially increase the friction on the user's side.</p:text>
  </p:cm>
  <p:cm authorId="3" idx="6" dt="2024-03-07T16:46:49.657">
    <p:pos x="6000" y="0"/>
    <p:text>Yes, totally agree that we need to minimise friction and information overload on these screens.
Obviously, you and the team are much closer to the research on this than me. Whilst grouping by function hasn't drawn any negative feedback so far, I still think there could be benefits to trying group things using one set of categories. 
Consistency should make it clearer how this decision ties back to the goals you set during signup, for example :)</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4-03-07T16:48:53.662">
    <p:pos x="436" y="892"/>
    <p:text>Another question I've heard from the team is understanding how the use cases relate to the metrics for performance (which are connected to some use cases, but not all of them). It would be great if we could clarify that further here as well. 
cc: @bhyland@hubspot.com
_Reassigned to Bryan Hyland_</p:text>
  </p:cm>
  <p:cm authorId="8" idx="1" dt="2024-03-05T15:55:23.368">
    <p:pos x="436" y="892"/>
    <p:text>subscribe</p:text>
  </p:cm>
  <p:cm authorId="3" idx="7" dt="2024-03-07T16:48:53.662">
    <p:pos x="436" y="892"/>
    <p:text>Yes, I totally hear you Ari :) 
I know Bryan and the team are doing work on value metrics for each use case. I'm not sure when that work will be ready to share, but I'll make sure we link to it in the Atlas - https://docs.google.com/presentation/d/1xx9G7YIUfjLAqRSRAlViU0vgZzPxtDA9bNZUV53jSo4/edit?pli=1#slide=id.g2c04c5dbd5c_2_6.</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4-03-07T16:50:08.666">
    <p:pos x="436" y="892"/>
    <p:text>I think about these as the "horizontal differentiators" that span all the use cases and describe why customers should hire us to do the use cases. I don't know the best way to weave this into content guidance -- there's maybe a time and a place for them (i.e. in marketing material but not product material?)</p:text>
  </p:cm>
  <p:cm authorId="3" idx="8" dt="2024-03-07T16:50:08.666">
    <p:pos x="436" y="892"/>
    <p:text>Yes, I really like how you laid it out in slide 10. 
I agree we should find a way to capture the key value props in the content framework, separate from the use cases :)</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5" idx="2" dt="2024-03-07T16:36:10.717">
    <p:pos x="160" y="662"/>
    <p:text>Do we have snippets for Self Service? Also within service hub from earlier slide</p:text>
  </p:cm>
  <p:cm authorId="3" idx="9" dt="2024-03-07T16:36:10.717">
    <p:pos x="160" y="662"/>
    <p:text>As far as I know, Self Service (recently renamed "Drive retention") is not one of the use cases we're focusing on for Free/Starter.
Thinking through our Slack thread, let's discuss whether it's worth us working on snippets for use cases that aren't in scope for the Free/Starter relaunch :) 
Maybe there should be content for Drive Retention...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1af7ff4d134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g1af7ff4d134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2a3d85ebf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2a3d85ebf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cases are a way to create aligned focus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2b6a43ea10b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2b6a43ea10b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2b6a43ea10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2b6a43ea10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2be8dea03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g2be8dea03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2be8dea033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2be8dea033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2b6a43ea10b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1" name="Google Shape;1831;g2b6a43ea10b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g2be8dea033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7" name="Google Shape;1837;g2be8dea033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2be8dea033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3" name="Google Shape;1843;g2be8dea033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6" name="Shape 1846"/>
        <p:cNvGrpSpPr/>
        <p:nvPr/>
      </p:nvGrpSpPr>
      <p:grpSpPr>
        <a:xfrm>
          <a:off x="0" y="0"/>
          <a:ext cx="0" cy="0"/>
          <a:chOff x="0" y="0"/>
          <a:chExt cx="0" cy="0"/>
        </a:xfrm>
      </p:grpSpPr>
      <p:sp>
        <p:nvSpPr>
          <p:cNvPr id="1847" name="Google Shape;1847;g2be8dea033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8" name="Google Shape;1848;g2be8dea033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g2b6a43ea10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7" name="Google Shape;1857;g2b6a43ea10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2b81c0c33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5" name="Google Shape;1865;g2b81c0c33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2bd201e848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g2bd201e848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2b6a43ea10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2b6a43ea10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g2b6a43ea10b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2" name="Google Shape;1882;g2b6a43ea10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2be8dea033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0" name="Google Shape;1890;g2be8dea033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2b6a43ea10b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0" name="Google Shape;1900;g2b6a43ea10b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2b6a43ea10b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0" name="Google Shape;1910;g2b6a43ea10b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2be8dea033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g2be8dea033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2b6a43ea10b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2b6a43ea10b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g2b81c0c330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5" name="Google Shape;1935;g2b81c0c330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g1f0c1ac5f5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1" name="Google Shape;1941;g1f0c1ac5f5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g1f0c1ac5f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7" name="Google Shape;1947;g1f0c1ac5f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g2be8dea033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2" name="Google Shape;1962;g2be8dea033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g2b6a43ea10b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7" name="Google Shape;1977;g2b6a43ea10b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2b6a43ea10b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g2b6a43ea10b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g1f0c1ac5f5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8" name="Google Shape;1998;g1f0c1ac5f5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1f0c1ac5f5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9" name="Google Shape;2009;g1f0c1ac5f5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1f0c1ac5f5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1f0c1ac5f5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g1f0c1ac5f54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7" name="Google Shape;2037;g1f0c1ac5f54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1f0c1ac5f5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8" name="Google Shape;2048;g1f0c1ac5f5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g2b81c0c330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3" name="Google Shape;2063;g2b81c0c330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g2bd201e848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9" name="Google Shape;2069;g2bd201e848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g2bd201e84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5" name="Google Shape;2075;g2bd201e84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g2d153eaad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1" name="Google Shape;2081;g2d153eaad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6.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6.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6.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6.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png"/><Relationship Id="rId4" Type="http://schemas.openxmlformats.org/officeDocument/2006/relationships/image" Target="../media/image16.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6.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5.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5.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6.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2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p:cSld name="TITLE_1">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ubSpot Logo - Color">
  <p:cSld name="BLANK_3_1_2">
    <p:bg>
      <p:bgPr>
        <a:solidFill>
          <a:srgbClr val="FF5C35"/>
        </a:solidFill>
      </p:bgPr>
    </p:bg>
    <p:spTree>
      <p:nvGrpSpPr>
        <p:cNvPr id="10" name="Shape 10"/>
        <p:cNvGrpSpPr/>
        <p:nvPr/>
      </p:nvGrpSpPr>
      <p:grpSpPr>
        <a:xfrm>
          <a:off x="0" y="0"/>
          <a:ext cx="0" cy="0"/>
          <a:chOff x="0" y="0"/>
          <a:chExt cx="0" cy="0"/>
        </a:xfrm>
      </p:grpSpPr>
      <p:grpSp>
        <p:nvGrpSpPr>
          <p:cNvPr id="11" name="Google Shape;11;p3"/>
          <p:cNvGrpSpPr/>
          <p:nvPr/>
        </p:nvGrpSpPr>
        <p:grpSpPr>
          <a:xfrm>
            <a:off x="2878276" y="2091662"/>
            <a:ext cx="3387447" cy="960176"/>
            <a:chOff x="12596224" y="4969749"/>
            <a:chExt cx="2253641" cy="638797"/>
          </a:xfrm>
        </p:grpSpPr>
        <p:sp>
          <p:nvSpPr>
            <p:cNvPr id="12" name="Google Shape;12;p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 name="Google Shape;13;p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ubSpot Logo - White">
  <p:cSld name="BLANK_3_1_2_1">
    <p:bg>
      <p:bgPr>
        <a:solidFill>
          <a:srgbClr val="FFFFFF"/>
        </a:solidFill>
      </p:bgPr>
    </p:bg>
    <p:spTree>
      <p:nvGrpSpPr>
        <p:cNvPr id="14" name="Shape 14"/>
        <p:cNvGrpSpPr/>
        <p:nvPr/>
      </p:nvGrpSpPr>
      <p:grpSpPr>
        <a:xfrm>
          <a:off x="0" y="0"/>
          <a:ext cx="0" cy="0"/>
          <a:chOff x="0" y="0"/>
          <a:chExt cx="0" cy="0"/>
        </a:xfrm>
      </p:grpSpPr>
      <p:grpSp>
        <p:nvGrpSpPr>
          <p:cNvPr id="15" name="Google Shape;15;p4"/>
          <p:cNvGrpSpPr/>
          <p:nvPr/>
        </p:nvGrpSpPr>
        <p:grpSpPr>
          <a:xfrm>
            <a:off x="2878276" y="2091662"/>
            <a:ext cx="3387447" cy="960176"/>
            <a:chOff x="12596224" y="4969749"/>
            <a:chExt cx="2253641" cy="638797"/>
          </a:xfrm>
        </p:grpSpPr>
        <p:sp>
          <p:nvSpPr>
            <p:cNvPr id="16" name="Google Shape;16;p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 name="Google Shape;17;p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White">
  <p:cSld name="BLANK_1_1_1_1_1_1_1">
    <p:bg>
      <p:bgPr>
        <a:solidFill>
          <a:srgbClr val="FFFFFF"/>
        </a:solidFill>
      </p:bgPr>
    </p:bg>
    <p:spTree>
      <p:nvGrpSpPr>
        <p:cNvPr id="18" name="Shape 18"/>
        <p:cNvGrpSpPr/>
        <p:nvPr/>
      </p:nvGrpSpPr>
      <p:grpSpPr>
        <a:xfrm>
          <a:off x="0" y="0"/>
          <a:ext cx="0" cy="0"/>
          <a:chOff x="0" y="0"/>
          <a:chExt cx="0" cy="0"/>
        </a:xfrm>
      </p:grpSpPr>
      <p:sp>
        <p:nvSpPr>
          <p:cNvPr id="19" name="Google Shape;19;p5"/>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Lexend Deca ExtraLight"/>
              <a:buNone/>
              <a:defRPr sz="1400">
                <a:latin typeface="Lexend Deca ExtraLight"/>
                <a:ea typeface="Lexend Deca ExtraLight"/>
                <a:cs typeface="Lexend Deca ExtraLight"/>
                <a:sym typeface="Lexend Deca ExtraLight"/>
              </a:defRPr>
            </a:lvl1pPr>
            <a:lvl2pPr lvl="1" rtl="0" algn="ctr">
              <a:spcBef>
                <a:spcPts val="1600"/>
              </a:spcBef>
              <a:spcAft>
                <a:spcPts val="0"/>
              </a:spcAft>
              <a:buSzPts val="1400"/>
              <a:buFont typeface="Lexend Deca ExtraLight"/>
              <a:buNone/>
              <a:defRPr>
                <a:latin typeface="Lexend Deca ExtraLight"/>
                <a:ea typeface="Lexend Deca ExtraLight"/>
                <a:cs typeface="Lexend Deca ExtraLight"/>
                <a:sym typeface="Lexend Deca ExtraLight"/>
              </a:defRPr>
            </a:lvl2pPr>
            <a:lvl3pPr lvl="2" rtl="0" algn="ctr">
              <a:spcBef>
                <a:spcPts val="1600"/>
              </a:spcBef>
              <a:spcAft>
                <a:spcPts val="0"/>
              </a:spcAft>
              <a:buSzPts val="1400"/>
              <a:buFont typeface="Lexend Deca ExtraLight"/>
              <a:buNone/>
              <a:defRPr>
                <a:latin typeface="Lexend Deca ExtraLight"/>
                <a:ea typeface="Lexend Deca ExtraLight"/>
                <a:cs typeface="Lexend Deca ExtraLight"/>
                <a:sym typeface="Lexend Deca ExtraLight"/>
              </a:defRPr>
            </a:lvl3pPr>
            <a:lvl4pPr lvl="3"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4pPr>
            <a:lvl5pPr lvl="4"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5pPr>
            <a:lvl6pPr lvl="5"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6pPr>
            <a:lvl7pPr lvl="6"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7pPr>
            <a:lvl8pPr lvl="7"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8pPr>
            <a:lvl9pPr lvl="8" rtl="0" algn="ctr">
              <a:spcBef>
                <a:spcPts val="1600"/>
              </a:spcBef>
              <a:spcAft>
                <a:spcPts val="1600"/>
              </a:spcAft>
              <a:buSzPts val="1400"/>
              <a:buFont typeface="Lexend Deca ExtraLight"/>
              <a:buNone/>
              <a:defRPr sz="1400">
                <a:latin typeface="Lexend Deca ExtraLight"/>
                <a:ea typeface="Lexend Deca ExtraLight"/>
                <a:cs typeface="Lexend Deca ExtraLight"/>
                <a:sym typeface="Lexend Deca ExtraLight"/>
              </a:defRPr>
            </a:lvl9pPr>
          </a:lstStyle>
          <a:p/>
        </p:txBody>
      </p:sp>
      <p:sp>
        <p:nvSpPr>
          <p:cNvPr id="20" name="Google Shape;20;p5"/>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1pPr>
            <a:lvl2pPr lvl="1"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2pPr>
            <a:lvl3pPr lvl="2"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3pPr>
            <a:lvl4pPr lvl="3"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4pPr>
            <a:lvl5pPr lvl="4"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5pPr>
            <a:lvl6pPr lvl="5"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6pPr>
            <a:lvl7pPr lvl="6"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7pPr>
            <a:lvl8pPr lvl="7"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8pPr>
            <a:lvl9pPr lvl="8"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9pPr>
          </a:lstStyle>
          <a:p/>
        </p:txBody>
      </p:sp>
      <p:sp>
        <p:nvSpPr>
          <p:cNvPr id="21" name="Google Shape;21;p5"/>
          <p:cNvSpPr/>
          <p:nvPr/>
        </p:nvSpPr>
        <p:spPr>
          <a:xfrm>
            <a:off x="0" y="5031600"/>
            <a:ext cx="9144000" cy="1119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5"/>
          <p:cNvGrpSpPr/>
          <p:nvPr/>
        </p:nvGrpSpPr>
        <p:grpSpPr>
          <a:xfrm>
            <a:off x="3116261" y="1625901"/>
            <a:ext cx="2911478" cy="825326"/>
            <a:chOff x="12596224" y="4969749"/>
            <a:chExt cx="2253641" cy="638797"/>
          </a:xfrm>
        </p:grpSpPr>
        <p:sp>
          <p:nvSpPr>
            <p:cNvPr id="23" name="Google Shape;23;p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4" name="Google Shape;24;p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Navy">
  <p:cSld name="CUSTOM_1_1_1_1_2_2">
    <p:bg>
      <p:bgPr>
        <a:solidFill>
          <a:srgbClr val="213343"/>
        </a:solidFill>
      </p:bgPr>
    </p:bg>
    <p:spTree>
      <p:nvGrpSpPr>
        <p:cNvPr id="25" name="Shape 25"/>
        <p:cNvGrpSpPr/>
        <p:nvPr/>
      </p:nvGrpSpPr>
      <p:grpSpPr>
        <a:xfrm>
          <a:off x="0" y="0"/>
          <a:ext cx="0" cy="0"/>
          <a:chOff x="0" y="0"/>
          <a:chExt cx="0" cy="0"/>
        </a:xfrm>
      </p:grpSpPr>
      <p:sp>
        <p:nvSpPr>
          <p:cNvPr id="26" name="Google Shape;26;p6"/>
          <p:cNvSpPr/>
          <p:nvPr/>
        </p:nvSpPr>
        <p:spPr>
          <a:xfrm>
            <a:off x="0" y="5031600"/>
            <a:ext cx="9144000" cy="1119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6"/>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1pPr>
            <a:lvl2pPr lvl="1"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2pPr>
            <a:lvl3pPr lvl="2"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3pPr>
            <a:lvl4pPr lvl="3"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4pPr>
            <a:lvl5pPr lvl="4"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5pPr>
            <a:lvl6pPr lvl="5"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6pPr>
            <a:lvl7pPr lvl="6"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7pPr>
            <a:lvl8pPr lvl="7"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8pPr>
            <a:lvl9pPr lvl="8" rtl="0" algn="ctr">
              <a:spcBef>
                <a:spcPts val="1600"/>
              </a:spcBef>
              <a:spcAft>
                <a:spcPts val="160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9pPr>
          </a:lstStyle>
          <a:p/>
        </p:txBody>
      </p:sp>
      <p:sp>
        <p:nvSpPr>
          <p:cNvPr id="28" name="Google Shape;28;p6"/>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1pPr>
            <a:lvl2pPr lvl="1"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2pPr>
            <a:lvl3pPr lvl="2"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3pPr>
            <a:lvl4pPr lvl="3"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4pPr>
            <a:lvl5pPr lvl="4"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5pPr>
            <a:lvl6pPr lvl="5"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6pPr>
            <a:lvl7pPr lvl="6"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7pPr>
            <a:lvl8pPr lvl="7"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8pPr>
            <a:lvl9pPr lvl="8"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9pPr>
          </a:lstStyle>
          <a:p/>
        </p:txBody>
      </p:sp>
      <p:grpSp>
        <p:nvGrpSpPr>
          <p:cNvPr id="29" name="Google Shape;29;p6"/>
          <p:cNvGrpSpPr/>
          <p:nvPr/>
        </p:nvGrpSpPr>
        <p:grpSpPr>
          <a:xfrm>
            <a:off x="3116261" y="1625901"/>
            <a:ext cx="2911478" cy="825326"/>
            <a:chOff x="12596224" y="4969749"/>
            <a:chExt cx="2253641" cy="638797"/>
          </a:xfrm>
        </p:grpSpPr>
        <p:sp>
          <p:nvSpPr>
            <p:cNvPr id="30" name="Google Shape;30;p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1" name="Google Shape;31;p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range">
  <p:cSld name="CUSTOM_1_1_1_1_2_2_1">
    <p:bg>
      <p:bgPr>
        <a:solidFill>
          <a:srgbClr val="FF5C35"/>
        </a:solidFill>
      </p:bgPr>
    </p:bg>
    <p:spTree>
      <p:nvGrpSpPr>
        <p:cNvPr id="32" name="Shape 32"/>
        <p:cNvGrpSpPr/>
        <p:nvPr/>
      </p:nvGrpSpPr>
      <p:grpSpPr>
        <a:xfrm>
          <a:off x="0" y="0"/>
          <a:ext cx="0" cy="0"/>
          <a:chOff x="0" y="0"/>
          <a:chExt cx="0" cy="0"/>
        </a:xfrm>
      </p:grpSpPr>
      <p:sp>
        <p:nvSpPr>
          <p:cNvPr id="33" name="Google Shape;33;p7"/>
          <p:cNvSpPr/>
          <p:nvPr/>
        </p:nvSpPr>
        <p:spPr>
          <a:xfrm>
            <a:off x="0" y="5031600"/>
            <a:ext cx="9144000" cy="1119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7"/>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1pPr>
            <a:lvl2pPr lvl="1"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2pPr>
            <a:lvl3pPr lvl="2"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3pPr>
            <a:lvl4pPr lvl="3"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4pPr>
            <a:lvl5pPr lvl="4"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5pPr>
            <a:lvl6pPr lvl="5"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6pPr>
            <a:lvl7pPr lvl="6"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7pPr>
            <a:lvl8pPr lvl="7"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8pPr>
            <a:lvl9pPr lvl="8" rtl="0" algn="ctr">
              <a:spcBef>
                <a:spcPts val="1600"/>
              </a:spcBef>
              <a:spcAft>
                <a:spcPts val="160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9pPr>
          </a:lstStyle>
          <a:p/>
        </p:txBody>
      </p:sp>
      <p:sp>
        <p:nvSpPr>
          <p:cNvPr id="35" name="Google Shape;35;p7"/>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1pPr>
            <a:lvl2pPr lvl="1"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2pPr>
            <a:lvl3pPr lvl="2"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3pPr>
            <a:lvl4pPr lvl="3"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4pPr>
            <a:lvl5pPr lvl="4"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5pPr>
            <a:lvl6pPr lvl="5"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6pPr>
            <a:lvl7pPr lvl="6"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7pPr>
            <a:lvl8pPr lvl="7"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8pPr>
            <a:lvl9pPr lvl="8"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9pPr>
          </a:lstStyle>
          <a:p/>
        </p:txBody>
      </p:sp>
      <p:grpSp>
        <p:nvGrpSpPr>
          <p:cNvPr id="36" name="Google Shape;36;p7"/>
          <p:cNvGrpSpPr/>
          <p:nvPr/>
        </p:nvGrpSpPr>
        <p:grpSpPr>
          <a:xfrm>
            <a:off x="3116261" y="1625901"/>
            <a:ext cx="2911478" cy="825326"/>
            <a:chOff x="12596224" y="4969749"/>
            <a:chExt cx="2253641" cy="638797"/>
          </a:xfrm>
        </p:grpSpPr>
        <p:sp>
          <p:nvSpPr>
            <p:cNvPr id="37" name="Google Shape;37;p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8" name="Google Shape;38;p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Triple Orange Banner - Navy">
  <p:cSld name="CUSTOM_1_1_1_1_1_1_5_1">
    <p:bg>
      <p:bgPr>
        <a:solidFill>
          <a:schemeClr val="dk1"/>
        </a:solidFill>
      </p:bgPr>
    </p:bg>
    <p:spTree>
      <p:nvGrpSpPr>
        <p:cNvPr id="39" name="Shape 39"/>
        <p:cNvGrpSpPr/>
        <p:nvPr/>
      </p:nvGrpSpPr>
      <p:grpSpPr>
        <a:xfrm>
          <a:off x="0" y="0"/>
          <a:ext cx="0" cy="0"/>
          <a:chOff x="0" y="0"/>
          <a:chExt cx="0" cy="0"/>
        </a:xfrm>
      </p:grpSpPr>
      <p:sp>
        <p:nvSpPr>
          <p:cNvPr id="40" name="Google Shape;40;p8"/>
          <p:cNvSpPr/>
          <p:nvPr/>
        </p:nvSpPr>
        <p:spPr>
          <a:xfrm>
            <a:off x="-7875" y="4156050"/>
            <a:ext cx="9151800" cy="9876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8"/>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2" name="Google Shape;42;p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3" name="Google Shape;43;p8"/>
          <p:cNvSpPr/>
          <p:nvPr/>
        </p:nvSpPr>
        <p:spPr>
          <a:xfrm>
            <a:off x="-7875" y="4481850"/>
            <a:ext cx="9151800" cy="3258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 name="Google Shape;45;p8"/>
          <p:cNvGrpSpPr/>
          <p:nvPr/>
        </p:nvGrpSpPr>
        <p:grpSpPr>
          <a:xfrm>
            <a:off x="8247715" y="4884429"/>
            <a:ext cx="648372" cy="183782"/>
            <a:chOff x="12596224" y="4969749"/>
            <a:chExt cx="2253641" cy="638797"/>
          </a:xfrm>
        </p:grpSpPr>
        <p:sp>
          <p:nvSpPr>
            <p:cNvPr id="46" name="Google Shape;46;p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7" name="Google Shape;47;p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48" name="Google Shape;48;p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8"/>
          <p:cNvGrpSpPr/>
          <p:nvPr/>
        </p:nvGrpSpPr>
        <p:grpSpPr>
          <a:xfrm>
            <a:off x="8247715" y="4884429"/>
            <a:ext cx="648372" cy="183782"/>
            <a:chOff x="12596224" y="4969749"/>
            <a:chExt cx="2253641" cy="638797"/>
          </a:xfrm>
        </p:grpSpPr>
        <p:sp>
          <p:nvSpPr>
            <p:cNvPr id="50" name="Google Shape;50;p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1" name="Google Shape;51;p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Navy">
  <p:cSld name="CUSTOM_1_1_1_1_1_1">
    <p:bg>
      <p:bgPr>
        <a:solidFill>
          <a:srgbClr val="213343"/>
        </a:solidFill>
      </p:bgPr>
    </p:bg>
    <p:spTree>
      <p:nvGrpSpPr>
        <p:cNvPr id="52" name="Shape 52"/>
        <p:cNvGrpSpPr/>
        <p:nvPr/>
      </p:nvGrpSpPr>
      <p:grpSpPr>
        <a:xfrm>
          <a:off x="0" y="0"/>
          <a:ext cx="0" cy="0"/>
          <a:chOff x="0" y="0"/>
          <a:chExt cx="0" cy="0"/>
        </a:xfrm>
      </p:grpSpPr>
      <p:cxnSp>
        <p:nvCxnSpPr>
          <p:cNvPr id="53" name="Google Shape;53;p9"/>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54" name="Google Shape;54;p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55" name="Google Shape;55;p9"/>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9"/>
          <p:cNvGrpSpPr/>
          <p:nvPr/>
        </p:nvGrpSpPr>
        <p:grpSpPr>
          <a:xfrm>
            <a:off x="8247715" y="4884429"/>
            <a:ext cx="648372" cy="183782"/>
            <a:chOff x="12596224" y="4969749"/>
            <a:chExt cx="2253641" cy="638797"/>
          </a:xfrm>
        </p:grpSpPr>
        <p:sp>
          <p:nvSpPr>
            <p:cNvPr id="57" name="Google Shape;57;p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8" name="Google Shape;58;p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Navy 1">
  <p:cSld name="CUSTOM_1_1_1_1_1_1_5">
    <p:bg>
      <p:bgPr>
        <a:solidFill>
          <a:srgbClr val="213343"/>
        </a:solidFill>
      </p:bgPr>
    </p:bg>
    <p:spTree>
      <p:nvGrpSpPr>
        <p:cNvPr id="59" name="Shape 59"/>
        <p:cNvGrpSpPr/>
        <p:nvPr/>
      </p:nvGrpSpPr>
      <p:grpSpPr>
        <a:xfrm>
          <a:off x="0" y="0"/>
          <a:ext cx="0" cy="0"/>
          <a:chOff x="0" y="0"/>
          <a:chExt cx="0" cy="0"/>
        </a:xfrm>
      </p:grpSpPr>
      <p:sp>
        <p:nvSpPr>
          <p:cNvPr id="60" name="Google Shape;60;p10"/>
          <p:cNvSpPr/>
          <p:nvPr/>
        </p:nvSpPr>
        <p:spPr>
          <a:xfrm flipH="1">
            <a:off x="5945100" y="2071594"/>
            <a:ext cx="3198900" cy="2731500"/>
          </a:xfrm>
          <a:prstGeom prst="rtTriangle">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0"/>
          <p:cNvSpPr/>
          <p:nvPr/>
        </p:nvSpPr>
        <p:spPr>
          <a:xfrm>
            <a:off x="8004428" y="1624012"/>
            <a:ext cx="1139571" cy="1519237"/>
          </a:xfrm>
          <a:custGeom>
            <a:rect b="b" l="l" r="r" t="t"/>
            <a:pathLst>
              <a:path extrusionOk="0" h="1519237" w="1139571">
                <a:moveTo>
                  <a:pt x="759619" y="241363"/>
                </a:moveTo>
                <a:cubicBezTo>
                  <a:pt x="909733" y="241363"/>
                  <a:pt x="1044988" y="305181"/>
                  <a:pt x="1139571" y="407194"/>
                </a:cubicBezTo>
                <a:lnTo>
                  <a:pt x="1139571" y="101727"/>
                </a:lnTo>
                <a:cubicBezTo>
                  <a:pt x="1027795" y="37005"/>
                  <a:pt x="898017" y="0"/>
                  <a:pt x="759619" y="0"/>
                </a:cubicBezTo>
                <a:cubicBezTo>
                  <a:pt x="340090" y="0"/>
                  <a:pt x="0" y="340090"/>
                  <a:pt x="0" y="759619"/>
                </a:cubicBezTo>
                <a:cubicBezTo>
                  <a:pt x="0" y="1179148"/>
                  <a:pt x="340090" y="1519238"/>
                  <a:pt x="759619" y="1519238"/>
                </a:cubicBezTo>
                <a:cubicBezTo>
                  <a:pt x="898017" y="1519238"/>
                  <a:pt x="1027795" y="1482233"/>
                  <a:pt x="1139571" y="1417511"/>
                </a:cubicBezTo>
                <a:lnTo>
                  <a:pt x="1139571" y="1112044"/>
                </a:lnTo>
                <a:cubicBezTo>
                  <a:pt x="1044988" y="1214056"/>
                  <a:pt x="909733" y="1277874"/>
                  <a:pt x="759619" y="1277874"/>
                </a:cubicBezTo>
                <a:cubicBezTo>
                  <a:pt x="473393" y="1277874"/>
                  <a:pt x="241364" y="1045845"/>
                  <a:pt x="241364" y="759619"/>
                </a:cubicBezTo>
                <a:cubicBezTo>
                  <a:pt x="241364" y="473392"/>
                  <a:pt x="473393" y="241363"/>
                  <a:pt x="759619" y="241363"/>
                </a:cubicBezTo>
                <a:close/>
              </a:path>
            </a:pathLst>
          </a:custGeom>
          <a:solidFill>
            <a:srgbClr val="0FBF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62" name="Google Shape;62;p10"/>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63" name="Google Shape;63;p1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64" name="Google Shape;64;p10"/>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10"/>
          <p:cNvGrpSpPr/>
          <p:nvPr/>
        </p:nvGrpSpPr>
        <p:grpSpPr>
          <a:xfrm>
            <a:off x="8247715" y="4884429"/>
            <a:ext cx="648372" cy="183782"/>
            <a:chOff x="12596224" y="4969749"/>
            <a:chExt cx="2253641" cy="638797"/>
          </a:xfrm>
        </p:grpSpPr>
        <p:sp>
          <p:nvSpPr>
            <p:cNvPr id="66" name="Google Shape;66;p1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7" name="Google Shape;67;p1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Navy 2">
  <p:cSld name="CUSTOM_1_1_1_1_1_1_6">
    <p:bg>
      <p:bgPr>
        <a:solidFill>
          <a:srgbClr val="213343"/>
        </a:solidFill>
      </p:bgPr>
    </p:bg>
    <p:spTree>
      <p:nvGrpSpPr>
        <p:cNvPr id="68" name="Shape 68"/>
        <p:cNvGrpSpPr/>
        <p:nvPr/>
      </p:nvGrpSpPr>
      <p:grpSpPr>
        <a:xfrm>
          <a:off x="0" y="0"/>
          <a:ext cx="0" cy="0"/>
          <a:chOff x="0" y="0"/>
          <a:chExt cx="0" cy="0"/>
        </a:xfrm>
      </p:grpSpPr>
      <p:cxnSp>
        <p:nvCxnSpPr>
          <p:cNvPr id="69" name="Google Shape;69;p11"/>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70" name="Google Shape;70;p1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71" name="Google Shape;71;p11"/>
          <p:cNvGrpSpPr/>
          <p:nvPr/>
        </p:nvGrpSpPr>
        <p:grpSpPr>
          <a:xfrm>
            <a:off x="127" y="2172929"/>
            <a:ext cx="9144049" cy="1015276"/>
            <a:chOff x="4171550" y="3128675"/>
            <a:chExt cx="2028900" cy="631508"/>
          </a:xfrm>
        </p:grpSpPr>
        <p:sp>
          <p:nvSpPr>
            <p:cNvPr id="72" name="Google Shape;72;p11"/>
            <p:cNvSpPr/>
            <p:nvPr/>
          </p:nvSpPr>
          <p:spPr>
            <a:xfrm>
              <a:off x="4171550" y="3128675"/>
              <a:ext cx="2028900" cy="1149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4171550" y="3300878"/>
              <a:ext cx="2028900" cy="1149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a:off x="4171550" y="3473081"/>
              <a:ext cx="2028900" cy="1149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a:off x="4171550" y="3645283"/>
              <a:ext cx="2028900" cy="1149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11"/>
          <p:cNvGrpSpPr/>
          <p:nvPr/>
        </p:nvGrpSpPr>
        <p:grpSpPr>
          <a:xfrm>
            <a:off x="8247715" y="4884429"/>
            <a:ext cx="648372" cy="183782"/>
            <a:chOff x="12596224" y="4969749"/>
            <a:chExt cx="2253641" cy="638797"/>
          </a:xfrm>
        </p:grpSpPr>
        <p:sp>
          <p:nvSpPr>
            <p:cNvPr id="78" name="Google Shape;78;p1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9" name="Google Shape;79;p1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Navy 3">
  <p:cSld name="CUSTOM_1_1_1_1_1_1_7">
    <p:bg>
      <p:bgPr>
        <a:solidFill>
          <a:srgbClr val="213343"/>
        </a:solidFill>
      </p:bgPr>
    </p:bg>
    <p:spTree>
      <p:nvGrpSpPr>
        <p:cNvPr id="80" name="Shape 80"/>
        <p:cNvGrpSpPr/>
        <p:nvPr/>
      </p:nvGrpSpPr>
      <p:grpSpPr>
        <a:xfrm>
          <a:off x="0" y="0"/>
          <a:ext cx="0" cy="0"/>
          <a:chOff x="0" y="0"/>
          <a:chExt cx="0" cy="0"/>
        </a:xfrm>
      </p:grpSpPr>
      <p:sp>
        <p:nvSpPr>
          <p:cNvPr id="81" name="Google Shape;81;p12"/>
          <p:cNvSpPr/>
          <p:nvPr/>
        </p:nvSpPr>
        <p:spPr>
          <a:xfrm rot="5400000">
            <a:off x="4337875" y="183000"/>
            <a:ext cx="3455400" cy="3089400"/>
          </a:xfrm>
          <a:prstGeom prst="flowChartDelay">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2"/>
          <p:cNvSpPr/>
          <p:nvPr/>
        </p:nvSpPr>
        <p:spPr>
          <a:xfrm rot="-5400000">
            <a:off x="1407925" y="1530350"/>
            <a:ext cx="3455400" cy="3089400"/>
          </a:xfrm>
          <a:prstGeom prst="flowChartDelay">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2"/>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84" name="Google Shape;84;p1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85" name="Google Shape;85;p12"/>
          <p:cNvSpPr/>
          <p:nvPr/>
        </p:nvSpPr>
        <p:spPr>
          <a:xfrm>
            <a:off x="7414303" y="235126"/>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0FBF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 name="Google Shape;86;p1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2"/>
          <p:cNvGrpSpPr/>
          <p:nvPr/>
        </p:nvGrpSpPr>
        <p:grpSpPr>
          <a:xfrm>
            <a:off x="8247715" y="4884429"/>
            <a:ext cx="648372" cy="183782"/>
            <a:chOff x="12596224" y="4969749"/>
            <a:chExt cx="2253641" cy="638797"/>
          </a:xfrm>
        </p:grpSpPr>
        <p:sp>
          <p:nvSpPr>
            <p:cNvPr id="88" name="Google Shape;88;p1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9" name="Google Shape;89;p1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p:cSld name="CUSTOM_1_1_1_1_1_1_3">
    <p:bg>
      <p:bgPr>
        <a:solidFill>
          <a:srgbClr val="213343"/>
        </a:solidFill>
      </p:bgPr>
    </p:bg>
    <p:spTree>
      <p:nvGrpSpPr>
        <p:cNvPr id="90" name="Shape 90"/>
        <p:cNvGrpSpPr/>
        <p:nvPr/>
      </p:nvGrpSpPr>
      <p:grpSpPr>
        <a:xfrm>
          <a:off x="0" y="0"/>
          <a:ext cx="0" cy="0"/>
          <a:chOff x="0" y="0"/>
          <a:chExt cx="0" cy="0"/>
        </a:xfrm>
      </p:grpSpPr>
      <p:sp>
        <p:nvSpPr>
          <p:cNvPr id="91" name="Google Shape;91;p1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3"/>
          <p:cNvGrpSpPr/>
          <p:nvPr/>
        </p:nvGrpSpPr>
        <p:grpSpPr>
          <a:xfrm>
            <a:off x="8247715" y="4884429"/>
            <a:ext cx="648372" cy="183782"/>
            <a:chOff x="12596224" y="4969749"/>
            <a:chExt cx="2253641" cy="638797"/>
          </a:xfrm>
        </p:grpSpPr>
        <p:sp>
          <p:nvSpPr>
            <p:cNvPr id="93" name="Google Shape;93;p1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4" name="Google Shape;94;p1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4">
  <p:cSld name="CUSTOM_1_1_1_1_1_1_3_5">
    <p:bg>
      <p:bgPr>
        <a:solidFill>
          <a:srgbClr val="213343"/>
        </a:solidFill>
      </p:bgPr>
    </p:bg>
    <p:spTree>
      <p:nvGrpSpPr>
        <p:cNvPr id="95" name="Shape 95"/>
        <p:cNvGrpSpPr/>
        <p:nvPr/>
      </p:nvGrpSpPr>
      <p:grpSpPr>
        <a:xfrm>
          <a:off x="0" y="0"/>
          <a:ext cx="0" cy="0"/>
          <a:chOff x="0" y="0"/>
          <a:chExt cx="0" cy="0"/>
        </a:xfrm>
      </p:grpSpPr>
      <p:sp>
        <p:nvSpPr>
          <p:cNvPr id="96" name="Google Shape;96;p14"/>
          <p:cNvSpPr/>
          <p:nvPr/>
        </p:nvSpPr>
        <p:spPr>
          <a:xfrm>
            <a:off x="7383925" y="0"/>
            <a:ext cx="1759800" cy="4809900"/>
          </a:xfrm>
          <a:prstGeom prst="rect">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 name="Google Shape;98;p14"/>
          <p:cNvGrpSpPr/>
          <p:nvPr/>
        </p:nvGrpSpPr>
        <p:grpSpPr>
          <a:xfrm>
            <a:off x="8247715" y="4884429"/>
            <a:ext cx="648372" cy="183782"/>
            <a:chOff x="12596224" y="4969749"/>
            <a:chExt cx="2253641" cy="638797"/>
          </a:xfrm>
        </p:grpSpPr>
        <p:sp>
          <p:nvSpPr>
            <p:cNvPr id="99" name="Google Shape;99;p1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0" name="Google Shape;100;p1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3">
  <p:cSld name="CUSTOM_1_1_1_1_1_1_3_4">
    <p:bg>
      <p:bgPr>
        <a:solidFill>
          <a:srgbClr val="213343"/>
        </a:solidFill>
      </p:bgPr>
    </p:bg>
    <p:spTree>
      <p:nvGrpSpPr>
        <p:cNvPr id="101" name="Shape 101"/>
        <p:cNvGrpSpPr/>
        <p:nvPr/>
      </p:nvGrpSpPr>
      <p:grpSpPr>
        <a:xfrm>
          <a:off x="0" y="0"/>
          <a:ext cx="0" cy="0"/>
          <a:chOff x="0" y="0"/>
          <a:chExt cx="0" cy="0"/>
        </a:xfrm>
      </p:grpSpPr>
      <p:sp>
        <p:nvSpPr>
          <p:cNvPr id="102" name="Google Shape;102;p15"/>
          <p:cNvSpPr/>
          <p:nvPr/>
        </p:nvSpPr>
        <p:spPr>
          <a:xfrm>
            <a:off x="7316425" y="2583491"/>
            <a:ext cx="1219415" cy="2224813"/>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5"/>
          <p:cNvSpPr/>
          <p:nvPr/>
        </p:nvSpPr>
        <p:spPr>
          <a:xfrm flipH="1">
            <a:off x="8535857" y="1399913"/>
            <a:ext cx="608143" cy="3408391"/>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0FBFBF"/>
          </a:solidFill>
          <a:ln cap="flat" cmpd="sng" w="9525">
            <a:solidFill>
              <a:srgbClr val="0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15"/>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15"/>
          <p:cNvGrpSpPr/>
          <p:nvPr/>
        </p:nvGrpSpPr>
        <p:grpSpPr>
          <a:xfrm>
            <a:off x="8247715" y="4884429"/>
            <a:ext cx="648372" cy="183782"/>
            <a:chOff x="12596224" y="4969749"/>
            <a:chExt cx="2253641" cy="638797"/>
          </a:xfrm>
        </p:grpSpPr>
        <p:sp>
          <p:nvSpPr>
            <p:cNvPr id="106" name="Google Shape;106;p1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7" name="Google Shape;107;p1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1">
  <p:cSld name="CUSTOM_1_1_1_1_1_1_3_1">
    <p:bg>
      <p:bgPr>
        <a:solidFill>
          <a:srgbClr val="213343"/>
        </a:solidFill>
      </p:bgPr>
    </p:bg>
    <p:spTree>
      <p:nvGrpSpPr>
        <p:cNvPr id="108" name="Shape 108"/>
        <p:cNvGrpSpPr/>
        <p:nvPr/>
      </p:nvGrpSpPr>
      <p:grpSpPr>
        <a:xfrm>
          <a:off x="0" y="0"/>
          <a:ext cx="0" cy="0"/>
          <a:chOff x="0" y="0"/>
          <a:chExt cx="0" cy="0"/>
        </a:xfrm>
      </p:grpSpPr>
      <p:sp>
        <p:nvSpPr>
          <p:cNvPr id="109" name="Google Shape;109;p16"/>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6"/>
          <p:cNvGrpSpPr/>
          <p:nvPr/>
        </p:nvGrpSpPr>
        <p:grpSpPr>
          <a:xfrm>
            <a:off x="8247715" y="4884429"/>
            <a:ext cx="648372" cy="183782"/>
            <a:chOff x="12596224" y="4969749"/>
            <a:chExt cx="2253641" cy="638797"/>
          </a:xfrm>
        </p:grpSpPr>
        <p:sp>
          <p:nvSpPr>
            <p:cNvPr id="111" name="Google Shape;111;p1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2" name="Google Shape;112;p1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113" name="Google Shape;113;p16"/>
          <p:cNvGrpSpPr/>
          <p:nvPr/>
        </p:nvGrpSpPr>
        <p:grpSpPr>
          <a:xfrm>
            <a:off x="6468459" y="899525"/>
            <a:ext cx="2675541" cy="3909112"/>
            <a:chOff x="6466673" y="899525"/>
            <a:chExt cx="2675541" cy="3909112"/>
          </a:xfrm>
        </p:grpSpPr>
        <p:sp>
          <p:nvSpPr>
            <p:cNvPr id="114" name="Google Shape;114;p16"/>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6"/>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16"/>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16"/>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16"/>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16"/>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16"/>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16"/>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16"/>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16"/>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16"/>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16"/>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16"/>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p16"/>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16"/>
            <p:cNvSpPr/>
            <p:nvPr/>
          </p:nvSpPr>
          <p:spPr>
            <a:xfrm>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16"/>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2">
  <p:cSld name="CUSTOM_1_1_1_1_1_1_3_2">
    <p:bg>
      <p:bgPr>
        <a:solidFill>
          <a:srgbClr val="213343"/>
        </a:solidFill>
      </p:bgPr>
    </p:bg>
    <p:spTree>
      <p:nvGrpSpPr>
        <p:cNvPr id="132" name="Shape 132"/>
        <p:cNvGrpSpPr/>
        <p:nvPr/>
      </p:nvGrpSpPr>
      <p:grpSpPr>
        <a:xfrm>
          <a:off x="0" y="0"/>
          <a:ext cx="0" cy="0"/>
          <a:chOff x="0" y="0"/>
          <a:chExt cx="0" cy="0"/>
        </a:xfrm>
      </p:grpSpPr>
      <p:sp>
        <p:nvSpPr>
          <p:cNvPr id="133" name="Google Shape;133;p17"/>
          <p:cNvSpPr/>
          <p:nvPr/>
        </p:nvSpPr>
        <p:spPr>
          <a:xfrm rot="10800000">
            <a:off x="-3" y="373253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17"/>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17"/>
          <p:cNvGrpSpPr/>
          <p:nvPr/>
        </p:nvGrpSpPr>
        <p:grpSpPr>
          <a:xfrm>
            <a:off x="8247715" y="4884429"/>
            <a:ext cx="648372" cy="183782"/>
            <a:chOff x="12596224" y="4969749"/>
            <a:chExt cx="2253641" cy="638797"/>
          </a:xfrm>
        </p:grpSpPr>
        <p:sp>
          <p:nvSpPr>
            <p:cNvPr id="136" name="Google Shape;136;p1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7" name="Google Shape;137;p1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138" name="Google Shape;138;p17"/>
          <p:cNvGrpSpPr/>
          <p:nvPr/>
        </p:nvGrpSpPr>
        <p:grpSpPr>
          <a:xfrm>
            <a:off x="7359160" y="0"/>
            <a:ext cx="1786649" cy="3134153"/>
            <a:chOff x="7359160" y="0"/>
            <a:chExt cx="1786649" cy="3134153"/>
          </a:xfrm>
        </p:grpSpPr>
        <p:sp>
          <p:nvSpPr>
            <p:cNvPr id="139" name="Google Shape;139;p17"/>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0B8484"/>
            </a:solidFill>
            <a:ln cap="flat" cmpd="sng" w="9525">
              <a:solidFill>
                <a:srgbClr val="0B84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17"/>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B7ECEC"/>
            </a:solidFill>
            <a:ln cap="flat" cmpd="sng" w="9525">
              <a:solidFill>
                <a:srgbClr val="B7EC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17"/>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0FBFBF"/>
            </a:solidFill>
            <a:ln cap="flat" cmpd="sng" w="9525">
              <a:solidFill>
                <a:srgbClr val="0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17"/>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FCD78"/>
            </a:solidFill>
            <a:ln cap="flat" cmpd="sng" w="9525">
              <a:solidFill>
                <a:srgbClr val="FFCD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Triple Orange Banner - Beige">
  <p:cSld name="CUSTOM_1_1_1_1_1_1_2_2_2_1">
    <p:bg>
      <p:bgPr>
        <a:solidFill>
          <a:schemeClr val="accent2"/>
        </a:solidFill>
      </p:bgPr>
    </p:bg>
    <p:spTree>
      <p:nvGrpSpPr>
        <p:cNvPr id="143" name="Shape 143"/>
        <p:cNvGrpSpPr/>
        <p:nvPr/>
      </p:nvGrpSpPr>
      <p:grpSpPr>
        <a:xfrm>
          <a:off x="0" y="0"/>
          <a:ext cx="0" cy="0"/>
          <a:chOff x="0" y="0"/>
          <a:chExt cx="0" cy="0"/>
        </a:xfrm>
      </p:grpSpPr>
      <p:sp>
        <p:nvSpPr>
          <p:cNvPr id="144" name="Google Shape;144;p18"/>
          <p:cNvSpPr/>
          <p:nvPr/>
        </p:nvSpPr>
        <p:spPr>
          <a:xfrm>
            <a:off x="-7875" y="4156050"/>
            <a:ext cx="9151800" cy="9876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7875" y="4481850"/>
            <a:ext cx="9151800" cy="3258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 name="Google Shape;146;p18"/>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47" name="Google Shape;147;p1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148" name="Google Shape;148;p1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18"/>
          <p:cNvGrpSpPr/>
          <p:nvPr/>
        </p:nvGrpSpPr>
        <p:grpSpPr>
          <a:xfrm>
            <a:off x="8247715" y="4884429"/>
            <a:ext cx="648372" cy="183782"/>
            <a:chOff x="12596224" y="4969749"/>
            <a:chExt cx="2253641" cy="638797"/>
          </a:xfrm>
        </p:grpSpPr>
        <p:sp>
          <p:nvSpPr>
            <p:cNvPr id="150" name="Google Shape;150;p1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1" name="Google Shape;151;p1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p:cSld name="CUSTOM_1_1_1_1_1_1_4">
    <p:bg>
      <p:bgPr>
        <a:solidFill>
          <a:schemeClr val="accent2"/>
        </a:solidFill>
      </p:bgPr>
    </p:bg>
    <p:spTree>
      <p:nvGrpSpPr>
        <p:cNvPr id="152" name="Shape 152"/>
        <p:cNvGrpSpPr/>
        <p:nvPr/>
      </p:nvGrpSpPr>
      <p:grpSpPr>
        <a:xfrm>
          <a:off x="0" y="0"/>
          <a:ext cx="0" cy="0"/>
          <a:chOff x="0" y="0"/>
          <a:chExt cx="0" cy="0"/>
        </a:xfrm>
      </p:grpSpPr>
      <p:cxnSp>
        <p:nvCxnSpPr>
          <p:cNvPr id="153" name="Google Shape;153;p19"/>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54" name="Google Shape;154;p1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55" name="Google Shape;155;p19"/>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19"/>
          <p:cNvGrpSpPr/>
          <p:nvPr/>
        </p:nvGrpSpPr>
        <p:grpSpPr>
          <a:xfrm>
            <a:off x="8247715" y="4884429"/>
            <a:ext cx="648372" cy="183782"/>
            <a:chOff x="12596224" y="4969749"/>
            <a:chExt cx="2253641" cy="638797"/>
          </a:xfrm>
        </p:grpSpPr>
        <p:sp>
          <p:nvSpPr>
            <p:cNvPr id="157" name="Google Shape;157;p1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8" name="Google Shape;158;p1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7">
  <p:cSld name="CUSTOM_1_1_1_1_1_1_4_8">
    <p:bg>
      <p:bgPr>
        <a:solidFill>
          <a:schemeClr val="accent2"/>
        </a:solidFill>
      </p:bgPr>
    </p:bg>
    <p:spTree>
      <p:nvGrpSpPr>
        <p:cNvPr id="159" name="Shape 159"/>
        <p:cNvGrpSpPr/>
        <p:nvPr/>
      </p:nvGrpSpPr>
      <p:grpSpPr>
        <a:xfrm>
          <a:off x="0" y="0"/>
          <a:ext cx="0" cy="0"/>
          <a:chOff x="0" y="0"/>
          <a:chExt cx="0" cy="0"/>
        </a:xfrm>
      </p:grpSpPr>
      <p:cxnSp>
        <p:nvCxnSpPr>
          <p:cNvPr id="160" name="Google Shape;160;p20"/>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61" name="Google Shape;161;p2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62" name="Google Shape;162;p20"/>
          <p:cNvSpPr/>
          <p:nvPr/>
        </p:nvSpPr>
        <p:spPr>
          <a:xfrm>
            <a:off x="5753633" y="1157292"/>
            <a:ext cx="3390647" cy="3390647"/>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20"/>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20"/>
          <p:cNvGrpSpPr/>
          <p:nvPr/>
        </p:nvGrpSpPr>
        <p:grpSpPr>
          <a:xfrm>
            <a:off x="8247715" y="4884429"/>
            <a:ext cx="648372" cy="183782"/>
            <a:chOff x="12596224" y="4969749"/>
            <a:chExt cx="2253641" cy="638797"/>
          </a:xfrm>
        </p:grpSpPr>
        <p:sp>
          <p:nvSpPr>
            <p:cNvPr id="165" name="Google Shape;165;p2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6" name="Google Shape;166;p2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2">
  <p:cSld name="CUSTOM_1_1_1_1_1_1_4_2">
    <p:bg>
      <p:bgPr>
        <a:solidFill>
          <a:schemeClr val="accent2"/>
        </a:solidFill>
      </p:bgPr>
    </p:bg>
    <p:spTree>
      <p:nvGrpSpPr>
        <p:cNvPr id="167" name="Shape 167"/>
        <p:cNvGrpSpPr/>
        <p:nvPr/>
      </p:nvGrpSpPr>
      <p:grpSpPr>
        <a:xfrm>
          <a:off x="0" y="0"/>
          <a:ext cx="0" cy="0"/>
          <a:chOff x="0" y="0"/>
          <a:chExt cx="0" cy="0"/>
        </a:xfrm>
      </p:grpSpPr>
      <p:sp>
        <p:nvSpPr>
          <p:cNvPr id="168" name="Google Shape;168;p21"/>
          <p:cNvSpPr/>
          <p:nvPr/>
        </p:nvSpPr>
        <p:spPr>
          <a:xfrm>
            <a:off x="6562400" y="0"/>
            <a:ext cx="2581200" cy="4809900"/>
          </a:xfrm>
          <a:prstGeom prst="rect">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1"/>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70" name="Google Shape;170;p21"/>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71" name="Google Shape;171;p2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72" name="Google Shape;172;p2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 name="Google Shape;173;p21"/>
          <p:cNvGrpSpPr/>
          <p:nvPr/>
        </p:nvGrpSpPr>
        <p:grpSpPr>
          <a:xfrm>
            <a:off x="8247715" y="4884429"/>
            <a:ext cx="648372" cy="183782"/>
            <a:chOff x="12596224" y="4969749"/>
            <a:chExt cx="2253641" cy="638797"/>
          </a:xfrm>
        </p:grpSpPr>
        <p:sp>
          <p:nvSpPr>
            <p:cNvPr id="174" name="Google Shape;174;p2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5" name="Google Shape;175;p2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3">
  <p:cSld name="CUSTOM_1_1_1_1_1_1_4_3">
    <p:bg>
      <p:bgPr>
        <a:solidFill>
          <a:schemeClr val="accent2"/>
        </a:solidFill>
      </p:bgPr>
    </p:bg>
    <p:spTree>
      <p:nvGrpSpPr>
        <p:cNvPr id="176" name="Shape 176"/>
        <p:cNvGrpSpPr/>
        <p:nvPr/>
      </p:nvGrpSpPr>
      <p:grpSpPr>
        <a:xfrm>
          <a:off x="0" y="0"/>
          <a:ext cx="0" cy="0"/>
          <a:chOff x="0" y="0"/>
          <a:chExt cx="0" cy="0"/>
        </a:xfrm>
      </p:grpSpPr>
      <p:sp>
        <p:nvSpPr>
          <p:cNvPr id="177" name="Google Shape;177;p22"/>
          <p:cNvSpPr/>
          <p:nvPr/>
        </p:nvSpPr>
        <p:spPr>
          <a:xfrm>
            <a:off x="6562400" y="0"/>
            <a:ext cx="2581200" cy="4809900"/>
          </a:xfrm>
          <a:prstGeom prst="rect">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2"/>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79" name="Google Shape;179;p22"/>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80" name="Google Shape;180;p2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81" name="Google Shape;181;p2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 name="Google Shape;182;p22"/>
          <p:cNvGrpSpPr/>
          <p:nvPr/>
        </p:nvGrpSpPr>
        <p:grpSpPr>
          <a:xfrm>
            <a:off x="8247715" y="4884429"/>
            <a:ext cx="648372" cy="183782"/>
            <a:chOff x="12596224" y="4969749"/>
            <a:chExt cx="2253641" cy="638797"/>
          </a:xfrm>
        </p:grpSpPr>
        <p:sp>
          <p:nvSpPr>
            <p:cNvPr id="183" name="Google Shape;183;p2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84" name="Google Shape;184;p2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4">
  <p:cSld name="CUSTOM_1_1_1_1_1_1_4_4">
    <p:bg>
      <p:bgPr>
        <a:solidFill>
          <a:schemeClr val="accent2"/>
        </a:solidFill>
      </p:bgPr>
    </p:bg>
    <p:spTree>
      <p:nvGrpSpPr>
        <p:cNvPr id="185" name="Shape 185"/>
        <p:cNvGrpSpPr/>
        <p:nvPr/>
      </p:nvGrpSpPr>
      <p:grpSpPr>
        <a:xfrm>
          <a:off x="0" y="0"/>
          <a:ext cx="0" cy="0"/>
          <a:chOff x="0" y="0"/>
          <a:chExt cx="0" cy="0"/>
        </a:xfrm>
      </p:grpSpPr>
      <p:sp>
        <p:nvSpPr>
          <p:cNvPr id="186" name="Google Shape;186;p23"/>
          <p:cNvSpPr/>
          <p:nvPr/>
        </p:nvSpPr>
        <p:spPr>
          <a:xfrm>
            <a:off x="6562400" y="0"/>
            <a:ext cx="2581200" cy="4809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3"/>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88" name="Google Shape;188;p23"/>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89" name="Google Shape;189;p23"/>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90" name="Google Shape;190;p2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 name="Google Shape;191;p23"/>
          <p:cNvGrpSpPr/>
          <p:nvPr/>
        </p:nvGrpSpPr>
        <p:grpSpPr>
          <a:xfrm>
            <a:off x="8247715" y="4884429"/>
            <a:ext cx="648372" cy="183782"/>
            <a:chOff x="12596224" y="4969749"/>
            <a:chExt cx="2253641" cy="638797"/>
          </a:xfrm>
        </p:grpSpPr>
        <p:sp>
          <p:nvSpPr>
            <p:cNvPr id="192" name="Google Shape;192;p2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93" name="Google Shape;193;p2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1">
  <p:cSld name="CUSTOM_1_1_1_1_1_1_4_1">
    <p:bg>
      <p:bgPr>
        <a:solidFill>
          <a:schemeClr val="accent2"/>
        </a:solidFill>
      </p:bgPr>
    </p:bg>
    <p:spTree>
      <p:nvGrpSpPr>
        <p:cNvPr id="194" name="Shape 194"/>
        <p:cNvGrpSpPr/>
        <p:nvPr/>
      </p:nvGrpSpPr>
      <p:grpSpPr>
        <a:xfrm>
          <a:off x="0" y="0"/>
          <a:ext cx="0" cy="0"/>
          <a:chOff x="0" y="0"/>
          <a:chExt cx="0" cy="0"/>
        </a:xfrm>
      </p:grpSpPr>
      <p:sp>
        <p:nvSpPr>
          <p:cNvPr id="195" name="Google Shape;195;p24"/>
          <p:cNvSpPr/>
          <p:nvPr/>
        </p:nvSpPr>
        <p:spPr>
          <a:xfrm flipH="1">
            <a:off x="5945100" y="2071594"/>
            <a:ext cx="3198900" cy="2731500"/>
          </a:xfrm>
          <a:prstGeom prst="rtTriangle">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4"/>
          <p:cNvSpPr/>
          <p:nvPr/>
        </p:nvSpPr>
        <p:spPr>
          <a:xfrm>
            <a:off x="8004428" y="1624012"/>
            <a:ext cx="1139571" cy="1519237"/>
          </a:xfrm>
          <a:custGeom>
            <a:rect b="b" l="l" r="r" t="t"/>
            <a:pathLst>
              <a:path extrusionOk="0" h="1519237" w="1139571">
                <a:moveTo>
                  <a:pt x="759619" y="241363"/>
                </a:moveTo>
                <a:cubicBezTo>
                  <a:pt x="909733" y="241363"/>
                  <a:pt x="1044988" y="305181"/>
                  <a:pt x="1139571" y="407194"/>
                </a:cubicBezTo>
                <a:lnTo>
                  <a:pt x="1139571" y="101727"/>
                </a:lnTo>
                <a:cubicBezTo>
                  <a:pt x="1027795" y="37005"/>
                  <a:pt x="898017" y="0"/>
                  <a:pt x="759619" y="0"/>
                </a:cubicBezTo>
                <a:cubicBezTo>
                  <a:pt x="340090" y="0"/>
                  <a:pt x="0" y="340090"/>
                  <a:pt x="0" y="759619"/>
                </a:cubicBezTo>
                <a:cubicBezTo>
                  <a:pt x="0" y="1179148"/>
                  <a:pt x="340090" y="1519238"/>
                  <a:pt x="759619" y="1519238"/>
                </a:cubicBezTo>
                <a:cubicBezTo>
                  <a:pt x="898017" y="1519238"/>
                  <a:pt x="1027795" y="1482233"/>
                  <a:pt x="1139571" y="1417511"/>
                </a:cubicBezTo>
                <a:lnTo>
                  <a:pt x="1139571" y="1112044"/>
                </a:lnTo>
                <a:cubicBezTo>
                  <a:pt x="1044988" y="1214056"/>
                  <a:pt x="909733" y="1277874"/>
                  <a:pt x="759619" y="1277874"/>
                </a:cubicBezTo>
                <a:cubicBezTo>
                  <a:pt x="473393" y="1277874"/>
                  <a:pt x="241364" y="1045845"/>
                  <a:pt x="241364" y="759619"/>
                </a:cubicBezTo>
                <a:cubicBezTo>
                  <a:pt x="241364" y="473392"/>
                  <a:pt x="473393" y="241363"/>
                  <a:pt x="759619" y="241363"/>
                </a:cubicBez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97" name="Google Shape;197;p24"/>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98" name="Google Shape;198;p2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99" name="Google Shape;199;p24"/>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 name="Google Shape;200;p24"/>
          <p:cNvGrpSpPr/>
          <p:nvPr/>
        </p:nvGrpSpPr>
        <p:grpSpPr>
          <a:xfrm>
            <a:off x="8247715" y="4884429"/>
            <a:ext cx="648372" cy="183782"/>
            <a:chOff x="12596224" y="4969749"/>
            <a:chExt cx="2253641" cy="638797"/>
          </a:xfrm>
        </p:grpSpPr>
        <p:sp>
          <p:nvSpPr>
            <p:cNvPr id="201" name="Google Shape;201;p2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02" name="Google Shape;202;p2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5">
  <p:cSld name="CUSTOM_1_1_1_1_1_1_4_5">
    <p:bg>
      <p:bgPr>
        <a:solidFill>
          <a:schemeClr val="accent2"/>
        </a:solidFill>
      </p:bgPr>
    </p:bg>
    <p:spTree>
      <p:nvGrpSpPr>
        <p:cNvPr id="203" name="Shape 203"/>
        <p:cNvGrpSpPr/>
        <p:nvPr/>
      </p:nvGrpSpPr>
      <p:grpSpPr>
        <a:xfrm>
          <a:off x="0" y="0"/>
          <a:ext cx="0" cy="0"/>
          <a:chOff x="0" y="0"/>
          <a:chExt cx="0" cy="0"/>
        </a:xfrm>
      </p:grpSpPr>
      <p:cxnSp>
        <p:nvCxnSpPr>
          <p:cNvPr id="204" name="Google Shape;204;p25"/>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205" name="Google Shape;205;p25"/>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206" name="Google Shape;206;p25"/>
          <p:cNvGrpSpPr/>
          <p:nvPr/>
        </p:nvGrpSpPr>
        <p:grpSpPr>
          <a:xfrm>
            <a:off x="-24" y="2172904"/>
            <a:ext cx="9144049" cy="1015276"/>
            <a:chOff x="4171550" y="3128675"/>
            <a:chExt cx="2028900" cy="631508"/>
          </a:xfrm>
        </p:grpSpPr>
        <p:sp>
          <p:nvSpPr>
            <p:cNvPr id="207" name="Google Shape;207;p25"/>
            <p:cNvSpPr/>
            <p:nvPr/>
          </p:nvSpPr>
          <p:spPr>
            <a:xfrm>
              <a:off x="4171550" y="3128675"/>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a:off x="4171550" y="3300878"/>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
            <p:cNvSpPr/>
            <p:nvPr/>
          </p:nvSpPr>
          <p:spPr>
            <a:xfrm>
              <a:off x="4171550" y="3473081"/>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5"/>
            <p:cNvSpPr/>
            <p:nvPr/>
          </p:nvSpPr>
          <p:spPr>
            <a:xfrm>
              <a:off x="4171550" y="3645283"/>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25"/>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25"/>
          <p:cNvGrpSpPr/>
          <p:nvPr/>
        </p:nvGrpSpPr>
        <p:grpSpPr>
          <a:xfrm>
            <a:off x="8247715" y="4884429"/>
            <a:ext cx="648372" cy="183782"/>
            <a:chOff x="12596224" y="4969749"/>
            <a:chExt cx="2253641" cy="638797"/>
          </a:xfrm>
        </p:grpSpPr>
        <p:sp>
          <p:nvSpPr>
            <p:cNvPr id="213" name="Google Shape;213;p2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14" name="Google Shape;214;p2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Beige 6">
  <p:cSld name="CUSTOM_1_1_1_1_1_1_4_6">
    <p:bg>
      <p:bgPr>
        <a:solidFill>
          <a:schemeClr val="accent2"/>
        </a:solidFill>
      </p:bgPr>
    </p:bg>
    <p:spTree>
      <p:nvGrpSpPr>
        <p:cNvPr id="215" name="Shape 215"/>
        <p:cNvGrpSpPr/>
        <p:nvPr/>
      </p:nvGrpSpPr>
      <p:grpSpPr>
        <a:xfrm>
          <a:off x="0" y="0"/>
          <a:ext cx="0" cy="0"/>
          <a:chOff x="0" y="0"/>
          <a:chExt cx="0" cy="0"/>
        </a:xfrm>
      </p:grpSpPr>
      <p:sp>
        <p:nvSpPr>
          <p:cNvPr id="216" name="Google Shape;216;p26"/>
          <p:cNvSpPr/>
          <p:nvPr/>
        </p:nvSpPr>
        <p:spPr>
          <a:xfrm rot="5400000">
            <a:off x="4337875" y="183000"/>
            <a:ext cx="3455400" cy="3089400"/>
          </a:xfrm>
          <a:prstGeom prst="flowChartDelay">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6"/>
          <p:cNvSpPr/>
          <p:nvPr/>
        </p:nvSpPr>
        <p:spPr>
          <a:xfrm rot="-5400000">
            <a:off x="1407925" y="1530350"/>
            <a:ext cx="3455400" cy="3089400"/>
          </a:xfrm>
          <a:prstGeom prst="flowChartDelay">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 name="Google Shape;218;p26"/>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219" name="Google Shape;219;p26"/>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220" name="Google Shape;220;p26"/>
          <p:cNvSpPr/>
          <p:nvPr/>
        </p:nvSpPr>
        <p:spPr>
          <a:xfrm>
            <a:off x="7414303" y="235126"/>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6"/>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 name="Google Shape;222;p26"/>
          <p:cNvGrpSpPr/>
          <p:nvPr/>
        </p:nvGrpSpPr>
        <p:grpSpPr>
          <a:xfrm>
            <a:off x="8247715" y="4884429"/>
            <a:ext cx="648372" cy="183782"/>
            <a:chOff x="12596224" y="4969749"/>
            <a:chExt cx="2253641" cy="638797"/>
          </a:xfrm>
        </p:grpSpPr>
        <p:sp>
          <p:nvSpPr>
            <p:cNvPr id="223" name="Google Shape;223;p2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24" name="Google Shape;224;p2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p:cSld name="CUSTOM_1_1_1_1_1_1_3_3">
    <p:bg>
      <p:bgPr>
        <a:solidFill>
          <a:schemeClr val="accent2"/>
        </a:solidFill>
      </p:bgPr>
    </p:bg>
    <p:spTree>
      <p:nvGrpSpPr>
        <p:cNvPr id="225" name="Shape 225"/>
        <p:cNvGrpSpPr/>
        <p:nvPr/>
      </p:nvGrpSpPr>
      <p:grpSpPr>
        <a:xfrm>
          <a:off x="0" y="0"/>
          <a:ext cx="0" cy="0"/>
          <a:chOff x="0" y="0"/>
          <a:chExt cx="0" cy="0"/>
        </a:xfrm>
      </p:grpSpPr>
      <p:sp>
        <p:nvSpPr>
          <p:cNvPr id="226" name="Google Shape;226;p27"/>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 name="Google Shape;227;p27"/>
          <p:cNvGrpSpPr/>
          <p:nvPr/>
        </p:nvGrpSpPr>
        <p:grpSpPr>
          <a:xfrm>
            <a:off x="8247715" y="4884429"/>
            <a:ext cx="648372" cy="183782"/>
            <a:chOff x="12596224" y="4969749"/>
            <a:chExt cx="2253641" cy="638797"/>
          </a:xfrm>
        </p:grpSpPr>
        <p:sp>
          <p:nvSpPr>
            <p:cNvPr id="228" name="Google Shape;228;p2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29" name="Google Shape;229;p2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5">
  <p:cSld name="CUSTOM_1_1_1_1_1_1_3_3_4">
    <p:bg>
      <p:bgPr>
        <a:solidFill>
          <a:schemeClr val="accent2"/>
        </a:solidFill>
      </p:bgPr>
    </p:bg>
    <p:spTree>
      <p:nvGrpSpPr>
        <p:cNvPr id="230" name="Shape 230"/>
        <p:cNvGrpSpPr/>
        <p:nvPr/>
      </p:nvGrpSpPr>
      <p:grpSpPr>
        <a:xfrm>
          <a:off x="0" y="0"/>
          <a:ext cx="0" cy="0"/>
          <a:chOff x="0" y="0"/>
          <a:chExt cx="0" cy="0"/>
        </a:xfrm>
      </p:grpSpPr>
      <p:sp>
        <p:nvSpPr>
          <p:cNvPr id="231" name="Google Shape;231;p28"/>
          <p:cNvSpPr/>
          <p:nvPr/>
        </p:nvSpPr>
        <p:spPr>
          <a:xfrm>
            <a:off x="7383925" y="0"/>
            <a:ext cx="1759800" cy="4809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 name="Google Shape;233;p28"/>
          <p:cNvGrpSpPr/>
          <p:nvPr/>
        </p:nvGrpSpPr>
        <p:grpSpPr>
          <a:xfrm>
            <a:off x="8247715" y="4884429"/>
            <a:ext cx="648372" cy="183782"/>
            <a:chOff x="12596224" y="4969749"/>
            <a:chExt cx="2253641" cy="638797"/>
          </a:xfrm>
        </p:grpSpPr>
        <p:sp>
          <p:nvSpPr>
            <p:cNvPr id="234" name="Google Shape;234;p2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35" name="Google Shape;235;p2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4">
  <p:cSld name="CUSTOM_1_1_1_1_1_1_3_3_3">
    <p:bg>
      <p:bgPr>
        <a:solidFill>
          <a:schemeClr val="accent2"/>
        </a:solidFill>
      </p:bgPr>
    </p:bg>
    <p:spTree>
      <p:nvGrpSpPr>
        <p:cNvPr id="236" name="Shape 236"/>
        <p:cNvGrpSpPr/>
        <p:nvPr/>
      </p:nvGrpSpPr>
      <p:grpSpPr>
        <a:xfrm>
          <a:off x="0" y="0"/>
          <a:ext cx="0" cy="0"/>
          <a:chOff x="0" y="0"/>
          <a:chExt cx="0" cy="0"/>
        </a:xfrm>
      </p:grpSpPr>
      <p:grpSp>
        <p:nvGrpSpPr>
          <p:cNvPr id="237" name="Google Shape;237;p29"/>
          <p:cNvGrpSpPr/>
          <p:nvPr/>
        </p:nvGrpSpPr>
        <p:grpSpPr>
          <a:xfrm>
            <a:off x="7316425" y="1399913"/>
            <a:ext cx="1827575" cy="3408391"/>
            <a:chOff x="7316425" y="1399913"/>
            <a:chExt cx="1827575" cy="3408391"/>
          </a:xfrm>
        </p:grpSpPr>
        <p:sp>
          <p:nvSpPr>
            <p:cNvPr id="238" name="Google Shape;238;p29"/>
            <p:cNvSpPr/>
            <p:nvPr/>
          </p:nvSpPr>
          <p:spPr>
            <a:xfrm>
              <a:off x="7316425" y="2583491"/>
              <a:ext cx="1219415" cy="2224813"/>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29"/>
            <p:cNvSpPr/>
            <p:nvPr/>
          </p:nvSpPr>
          <p:spPr>
            <a:xfrm flipH="1">
              <a:off x="8535857" y="1399913"/>
              <a:ext cx="608143" cy="3408391"/>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40" name="Google Shape;240;p29"/>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29"/>
          <p:cNvGrpSpPr/>
          <p:nvPr/>
        </p:nvGrpSpPr>
        <p:grpSpPr>
          <a:xfrm>
            <a:off x="8247715" y="4884429"/>
            <a:ext cx="648372" cy="183782"/>
            <a:chOff x="12596224" y="4969749"/>
            <a:chExt cx="2253641" cy="638797"/>
          </a:xfrm>
        </p:grpSpPr>
        <p:sp>
          <p:nvSpPr>
            <p:cNvPr id="242" name="Google Shape;242;p2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43" name="Google Shape;243;p2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2">
  <p:cSld name="CUSTOM_1_1_1_1_1_1_3_3_1">
    <p:bg>
      <p:bgPr>
        <a:solidFill>
          <a:schemeClr val="accent2"/>
        </a:solidFill>
      </p:bgPr>
    </p:bg>
    <p:spTree>
      <p:nvGrpSpPr>
        <p:cNvPr id="244" name="Shape 244"/>
        <p:cNvGrpSpPr/>
        <p:nvPr/>
      </p:nvGrpSpPr>
      <p:grpSpPr>
        <a:xfrm>
          <a:off x="0" y="0"/>
          <a:ext cx="0" cy="0"/>
          <a:chOff x="0" y="0"/>
          <a:chExt cx="0" cy="0"/>
        </a:xfrm>
      </p:grpSpPr>
      <p:sp>
        <p:nvSpPr>
          <p:cNvPr id="245" name="Google Shape;245;p30"/>
          <p:cNvSpPr/>
          <p:nvPr/>
        </p:nvSpPr>
        <p:spPr>
          <a:xfrm>
            <a:off x="6629705" y="208545"/>
            <a:ext cx="2516748" cy="4591787"/>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30"/>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 name="Google Shape;247;p30"/>
          <p:cNvGrpSpPr/>
          <p:nvPr/>
        </p:nvGrpSpPr>
        <p:grpSpPr>
          <a:xfrm>
            <a:off x="8247715" y="4884429"/>
            <a:ext cx="648372" cy="183782"/>
            <a:chOff x="12596224" y="4969749"/>
            <a:chExt cx="2253641" cy="638797"/>
          </a:xfrm>
        </p:grpSpPr>
        <p:sp>
          <p:nvSpPr>
            <p:cNvPr id="248" name="Google Shape;248;p3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49" name="Google Shape;249;p3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3">
  <p:cSld name="CUSTOM_1_1_1_1_1_1_3_3_2">
    <p:bg>
      <p:bgPr>
        <a:solidFill>
          <a:schemeClr val="accent2"/>
        </a:solidFill>
      </p:bgPr>
    </p:bg>
    <p:spTree>
      <p:nvGrpSpPr>
        <p:cNvPr id="250" name="Shape 250"/>
        <p:cNvGrpSpPr/>
        <p:nvPr/>
      </p:nvGrpSpPr>
      <p:grpSpPr>
        <a:xfrm>
          <a:off x="0" y="0"/>
          <a:ext cx="0" cy="0"/>
          <a:chOff x="0" y="0"/>
          <a:chExt cx="0" cy="0"/>
        </a:xfrm>
      </p:grpSpPr>
      <p:sp>
        <p:nvSpPr>
          <p:cNvPr id="251" name="Google Shape;251;p31"/>
          <p:cNvSpPr/>
          <p:nvPr/>
        </p:nvSpPr>
        <p:spPr>
          <a:xfrm flipH="1">
            <a:off x="6837900" y="2834023"/>
            <a:ext cx="2306100" cy="1969200"/>
          </a:xfrm>
          <a:prstGeom prst="rtTriangle">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 name="Google Shape;253;p31"/>
          <p:cNvGrpSpPr/>
          <p:nvPr/>
        </p:nvGrpSpPr>
        <p:grpSpPr>
          <a:xfrm>
            <a:off x="8247715" y="4884429"/>
            <a:ext cx="648372" cy="183782"/>
            <a:chOff x="12596224" y="4969749"/>
            <a:chExt cx="2253641" cy="638797"/>
          </a:xfrm>
        </p:grpSpPr>
        <p:sp>
          <p:nvSpPr>
            <p:cNvPr id="254" name="Google Shape;254;p3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55" name="Google Shape;255;p3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 beige 1">
  <p:cSld name="CUSTOM_1_1_1_1_1_1_3_1_1">
    <p:bg>
      <p:bgPr>
        <a:solidFill>
          <a:schemeClr val="accent2"/>
        </a:solidFill>
      </p:bgPr>
    </p:bg>
    <p:spTree>
      <p:nvGrpSpPr>
        <p:cNvPr id="256" name="Shape 256"/>
        <p:cNvGrpSpPr/>
        <p:nvPr/>
      </p:nvGrpSpPr>
      <p:grpSpPr>
        <a:xfrm>
          <a:off x="0" y="0"/>
          <a:ext cx="0" cy="0"/>
          <a:chOff x="0" y="0"/>
          <a:chExt cx="0" cy="0"/>
        </a:xfrm>
      </p:grpSpPr>
      <p:sp>
        <p:nvSpPr>
          <p:cNvPr id="257" name="Google Shape;257;p3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 name="Google Shape;258;p32"/>
          <p:cNvGrpSpPr/>
          <p:nvPr/>
        </p:nvGrpSpPr>
        <p:grpSpPr>
          <a:xfrm>
            <a:off x="8247715" y="4884429"/>
            <a:ext cx="648372" cy="183782"/>
            <a:chOff x="12596224" y="4969749"/>
            <a:chExt cx="2253641" cy="638797"/>
          </a:xfrm>
        </p:grpSpPr>
        <p:sp>
          <p:nvSpPr>
            <p:cNvPr id="259" name="Google Shape;259;p3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60" name="Google Shape;260;p3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261" name="Google Shape;261;p32"/>
          <p:cNvGrpSpPr/>
          <p:nvPr/>
        </p:nvGrpSpPr>
        <p:grpSpPr>
          <a:xfrm>
            <a:off x="6468459" y="899525"/>
            <a:ext cx="2675541" cy="3909112"/>
            <a:chOff x="6466673" y="899525"/>
            <a:chExt cx="2675541" cy="3909112"/>
          </a:xfrm>
        </p:grpSpPr>
        <p:sp>
          <p:nvSpPr>
            <p:cNvPr id="262" name="Google Shape;262;p32"/>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2"/>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32"/>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32"/>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32"/>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32"/>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32"/>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32"/>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32"/>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32"/>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32"/>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32"/>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32"/>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32"/>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2"/>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32"/>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32"/>
            <p:cNvSpPr/>
            <p:nvPr/>
          </p:nvSpPr>
          <p:spPr>
            <a:xfrm>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32"/>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beige 2">
  <p:cSld name="CUSTOM_1_1_1_1_1_1_3_2_1">
    <p:bg>
      <p:bgPr>
        <a:solidFill>
          <a:schemeClr val="accent2"/>
        </a:solidFill>
      </p:bgPr>
    </p:bg>
    <p:spTree>
      <p:nvGrpSpPr>
        <p:cNvPr id="280" name="Shape 280"/>
        <p:cNvGrpSpPr/>
        <p:nvPr/>
      </p:nvGrpSpPr>
      <p:grpSpPr>
        <a:xfrm>
          <a:off x="0" y="0"/>
          <a:ext cx="0" cy="0"/>
          <a:chOff x="0" y="0"/>
          <a:chExt cx="0" cy="0"/>
        </a:xfrm>
      </p:grpSpPr>
      <p:sp>
        <p:nvSpPr>
          <p:cNvPr id="281" name="Google Shape;281;p33"/>
          <p:cNvSpPr/>
          <p:nvPr/>
        </p:nvSpPr>
        <p:spPr>
          <a:xfrm rot="10800000">
            <a:off x="-3" y="373253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3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 name="Google Shape;283;p33"/>
          <p:cNvGrpSpPr/>
          <p:nvPr/>
        </p:nvGrpSpPr>
        <p:grpSpPr>
          <a:xfrm>
            <a:off x="8247715" y="4884429"/>
            <a:ext cx="648372" cy="183782"/>
            <a:chOff x="12596224" y="4969749"/>
            <a:chExt cx="2253641" cy="638797"/>
          </a:xfrm>
        </p:grpSpPr>
        <p:sp>
          <p:nvSpPr>
            <p:cNvPr id="284" name="Google Shape;284;p3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85" name="Google Shape;285;p3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286" name="Google Shape;286;p33"/>
          <p:cNvGrpSpPr/>
          <p:nvPr/>
        </p:nvGrpSpPr>
        <p:grpSpPr>
          <a:xfrm>
            <a:off x="7359160" y="0"/>
            <a:ext cx="1786649" cy="3134153"/>
            <a:chOff x="7359160" y="0"/>
            <a:chExt cx="1786649" cy="3134153"/>
          </a:xfrm>
        </p:grpSpPr>
        <p:sp>
          <p:nvSpPr>
            <p:cNvPr id="287" name="Google Shape;287;p33"/>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57D2D2"/>
            </a:solidFill>
            <a:ln cap="flat" cmpd="sng" w="9525">
              <a:solidFill>
                <a:srgbClr val="57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33"/>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CD78"/>
            </a:solidFill>
            <a:ln cap="flat" cmpd="sng" w="9525">
              <a:solidFill>
                <a:srgbClr val="FFCD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33"/>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33"/>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White">
  <p:cSld name="CUSTOM_1_1_1_1_1_1_2">
    <p:bg>
      <p:bgPr>
        <a:solidFill>
          <a:schemeClr val="lt1"/>
        </a:solidFill>
      </p:bgPr>
    </p:bg>
    <p:spTree>
      <p:nvGrpSpPr>
        <p:cNvPr id="291" name="Shape 291"/>
        <p:cNvGrpSpPr/>
        <p:nvPr/>
      </p:nvGrpSpPr>
      <p:grpSpPr>
        <a:xfrm>
          <a:off x="0" y="0"/>
          <a:ext cx="0" cy="0"/>
          <a:chOff x="0" y="0"/>
          <a:chExt cx="0" cy="0"/>
        </a:xfrm>
      </p:grpSpPr>
      <p:cxnSp>
        <p:nvCxnSpPr>
          <p:cNvPr id="292" name="Google Shape;292;p34"/>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293" name="Google Shape;293;p3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294" name="Google Shape;294;p34"/>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34"/>
          <p:cNvGrpSpPr/>
          <p:nvPr/>
        </p:nvGrpSpPr>
        <p:grpSpPr>
          <a:xfrm>
            <a:off x="8247715" y="4884429"/>
            <a:ext cx="648372" cy="183782"/>
            <a:chOff x="12596224" y="4969749"/>
            <a:chExt cx="2253641" cy="638797"/>
          </a:xfrm>
        </p:grpSpPr>
        <p:sp>
          <p:nvSpPr>
            <p:cNvPr id="296" name="Google Shape;296;p3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297" name="Google Shape;297;p3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Triple Navy Banner - White ">
  <p:cSld name="CUSTOM_1_1_1_1_1_1_2_2_2_2">
    <p:bg>
      <p:bgPr>
        <a:solidFill>
          <a:schemeClr val="lt1"/>
        </a:solidFill>
      </p:bgPr>
    </p:bg>
    <p:spTree>
      <p:nvGrpSpPr>
        <p:cNvPr id="298" name="Shape 298"/>
        <p:cNvGrpSpPr/>
        <p:nvPr/>
      </p:nvGrpSpPr>
      <p:grpSpPr>
        <a:xfrm>
          <a:off x="0" y="0"/>
          <a:ext cx="0" cy="0"/>
          <a:chOff x="0" y="0"/>
          <a:chExt cx="0" cy="0"/>
        </a:xfrm>
      </p:grpSpPr>
      <p:sp>
        <p:nvSpPr>
          <p:cNvPr id="299" name="Google Shape;299;p35"/>
          <p:cNvSpPr/>
          <p:nvPr/>
        </p:nvSpPr>
        <p:spPr>
          <a:xfrm>
            <a:off x="-7875" y="4156050"/>
            <a:ext cx="9151800" cy="9876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0" name="Google Shape;300;p35"/>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01" name="Google Shape;301;p35"/>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02" name="Google Shape;302;p35"/>
          <p:cNvSpPr/>
          <p:nvPr/>
        </p:nvSpPr>
        <p:spPr>
          <a:xfrm>
            <a:off x="-7875" y="4481850"/>
            <a:ext cx="9151800" cy="3258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35"/>
          <p:cNvGrpSpPr/>
          <p:nvPr/>
        </p:nvGrpSpPr>
        <p:grpSpPr>
          <a:xfrm>
            <a:off x="8247715" y="4884429"/>
            <a:ext cx="648372" cy="183782"/>
            <a:chOff x="12596224" y="4969749"/>
            <a:chExt cx="2253641" cy="638797"/>
          </a:xfrm>
        </p:grpSpPr>
        <p:sp>
          <p:nvSpPr>
            <p:cNvPr id="305" name="Google Shape;305;p3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06" name="Google Shape;306;p3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p:cSld name="CUSTOM_1_1_1_1_1_1_2_2">
    <p:bg>
      <p:bgPr>
        <a:solidFill>
          <a:schemeClr val="lt1"/>
        </a:solidFill>
      </p:bgPr>
    </p:bg>
    <p:spTree>
      <p:nvGrpSpPr>
        <p:cNvPr id="307" name="Shape 307"/>
        <p:cNvGrpSpPr/>
        <p:nvPr/>
      </p:nvGrpSpPr>
      <p:grpSpPr>
        <a:xfrm>
          <a:off x="0" y="0"/>
          <a:ext cx="0" cy="0"/>
          <a:chOff x="0" y="0"/>
          <a:chExt cx="0" cy="0"/>
        </a:xfrm>
      </p:grpSpPr>
      <p:cxnSp>
        <p:nvCxnSpPr>
          <p:cNvPr id="308" name="Google Shape;308;p36"/>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09" name="Google Shape;309;p36"/>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10" name="Google Shape;310;p36"/>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36"/>
          <p:cNvGrpSpPr/>
          <p:nvPr/>
        </p:nvGrpSpPr>
        <p:grpSpPr>
          <a:xfrm>
            <a:off x="8247715" y="4884429"/>
            <a:ext cx="648372" cy="183782"/>
            <a:chOff x="12596224" y="4969749"/>
            <a:chExt cx="2253641" cy="638797"/>
          </a:xfrm>
        </p:grpSpPr>
        <p:sp>
          <p:nvSpPr>
            <p:cNvPr id="312" name="Google Shape;312;p3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13" name="Google Shape;313;p3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2">
  <p:cSld name="CUSTOM_1_1_1_1_1_1_2_2_3">
    <p:bg>
      <p:bgPr>
        <a:solidFill>
          <a:schemeClr val="lt1"/>
        </a:solidFill>
      </p:bgPr>
    </p:bg>
    <p:spTree>
      <p:nvGrpSpPr>
        <p:cNvPr id="314" name="Shape 314"/>
        <p:cNvGrpSpPr/>
        <p:nvPr/>
      </p:nvGrpSpPr>
      <p:grpSpPr>
        <a:xfrm>
          <a:off x="0" y="0"/>
          <a:ext cx="0" cy="0"/>
          <a:chOff x="0" y="0"/>
          <a:chExt cx="0" cy="0"/>
        </a:xfrm>
      </p:grpSpPr>
      <p:sp>
        <p:nvSpPr>
          <p:cNvPr id="315" name="Google Shape;315;p37"/>
          <p:cNvSpPr/>
          <p:nvPr/>
        </p:nvSpPr>
        <p:spPr>
          <a:xfrm>
            <a:off x="6562400" y="0"/>
            <a:ext cx="2581200" cy="4809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7"/>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17" name="Google Shape;317;p37"/>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18" name="Google Shape;318;p3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19" name="Google Shape;319;p3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 name="Google Shape;320;p37"/>
          <p:cNvGrpSpPr/>
          <p:nvPr/>
        </p:nvGrpSpPr>
        <p:grpSpPr>
          <a:xfrm>
            <a:off x="8247715" y="4884429"/>
            <a:ext cx="648372" cy="183782"/>
            <a:chOff x="12596224" y="4969749"/>
            <a:chExt cx="2253641" cy="638797"/>
          </a:xfrm>
        </p:grpSpPr>
        <p:sp>
          <p:nvSpPr>
            <p:cNvPr id="321" name="Google Shape;321;p3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22" name="Google Shape;322;p3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3">
  <p:cSld name="CUSTOM_1_1_1_1_1_1_2_2_4">
    <p:bg>
      <p:bgPr>
        <a:solidFill>
          <a:schemeClr val="lt1"/>
        </a:solidFill>
      </p:bgPr>
    </p:bg>
    <p:spTree>
      <p:nvGrpSpPr>
        <p:cNvPr id="323" name="Shape 323"/>
        <p:cNvGrpSpPr/>
        <p:nvPr/>
      </p:nvGrpSpPr>
      <p:grpSpPr>
        <a:xfrm>
          <a:off x="0" y="0"/>
          <a:ext cx="0" cy="0"/>
          <a:chOff x="0" y="0"/>
          <a:chExt cx="0" cy="0"/>
        </a:xfrm>
      </p:grpSpPr>
      <p:sp>
        <p:nvSpPr>
          <p:cNvPr id="324" name="Google Shape;324;p38"/>
          <p:cNvSpPr/>
          <p:nvPr/>
        </p:nvSpPr>
        <p:spPr>
          <a:xfrm>
            <a:off x="6562400" y="0"/>
            <a:ext cx="2581200" cy="4809900"/>
          </a:xfrm>
          <a:prstGeom prst="rect">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8"/>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26" name="Google Shape;326;p38"/>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27" name="Google Shape;327;p3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28" name="Google Shape;328;p38"/>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38"/>
          <p:cNvGrpSpPr/>
          <p:nvPr/>
        </p:nvGrpSpPr>
        <p:grpSpPr>
          <a:xfrm>
            <a:off x="8247715" y="4884429"/>
            <a:ext cx="648372" cy="183782"/>
            <a:chOff x="12596224" y="4969749"/>
            <a:chExt cx="2253641" cy="638797"/>
          </a:xfrm>
        </p:grpSpPr>
        <p:sp>
          <p:nvSpPr>
            <p:cNvPr id="330" name="Google Shape;330;p3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31" name="Google Shape;331;p3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4">
  <p:cSld name="CUSTOM_1_1_1_1_1_1_2_2_5">
    <p:bg>
      <p:bgPr>
        <a:solidFill>
          <a:schemeClr val="lt1"/>
        </a:solidFill>
      </p:bgPr>
    </p:bg>
    <p:spTree>
      <p:nvGrpSpPr>
        <p:cNvPr id="332" name="Shape 332"/>
        <p:cNvGrpSpPr/>
        <p:nvPr/>
      </p:nvGrpSpPr>
      <p:grpSpPr>
        <a:xfrm>
          <a:off x="0" y="0"/>
          <a:ext cx="0" cy="0"/>
          <a:chOff x="0" y="0"/>
          <a:chExt cx="0" cy="0"/>
        </a:xfrm>
      </p:grpSpPr>
      <p:sp>
        <p:nvSpPr>
          <p:cNvPr id="333" name="Google Shape;333;p39"/>
          <p:cNvSpPr/>
          <p:nvPr/>
        </p:nvSpPr>
        <p:spPr>
          <a:xfrm>
            <a:off x="6562400" y="0"/>
            <a:ext cx="2581200" cy="480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9"/>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35" name="Google Shape;335;p39"/>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36" name="Google Shape;336;p3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37" name="Google Shape;337;p39"/>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 name="Google Shape;338;p39"/>
          <p:cNvGrpSpPr/>
          <p:nvPr/>
        </p:nvGrpSpPr>
        <p:grpSpPr>
          <a:xfrm>
            <a:off x="8247715" y="4884429"/>
            <a:ext cx="648372" cy="183782"/>
            <a:chOff x="12596224" y="4969749"/>
            <a:chExt cx="2253641" cy="638797"/>
          </a:xfrm>
        </p:grpSpPr>
        <p:sp>
          <p:nvSpPr>
            <p:cNvPr id="339" name="Google Shape;339;p3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40" name="Google Shape;340;p3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7">
  <p:cSld name="CUSTOM_1_1_1_1_1_1_2_2_9">
    <p:bg>
      <p:bgPr>
        <a:solidFill>
          <a:schemeClr val="lt1"/>
        </a:solidFill>
      </p:bgPr>
    </p:bg>
    <p:spTree>
      <p:nvGrpSpPr>
        <p:cNvPr id="341" name="Shape 341"/>
        <p:cNvGrpSpPr/>
        <p:nvPr/>
      </p:nvGrpSpPr>
      <p:grpSpPr>
        <a:xfrm>
          <a:off x="0" y="0"/>
          <a:ext cx="0" cy="0"/>
          <a:chOff x="0" y="0"/>
          <a:chExt cx="0" cy="0"/>
        </a:xfrm>
      </p:grpSpPr>
      <p:cxnSp>
        <p:nvCxnSpPr>
          <p:cNvPr id="342" name="Google Shape;342;p40"/>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43" name="Google Shape;343;p4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44" name="Google Shape;344;p40"/>
          <p:cNvSpPr/>
          <p:nvPr/>
        </p:nvSpPr>
        <p:spPr>
          <a:xfrm>
            <a:off x="5753633" y="1157292"/>
            <a:ext cx="3390647" cy="3390647"/>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0"/>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 name="Google Shape;346;p40"/>
          <p:cNvGrpSpPr/>
          <p:nvPr/>
        </p:nvGrpSpPr>
        <p:grpSpPr>
          <a:xfrm>
            <a:off x="8247715" y="4884429"/>
            <a:ext cx="648372" cy="183782"/>
            <a:chOff x="12596224" y="4969749"/>
            <a:chExt cx="2253641" cy="638797"/>
          </a:xfrm>
        </p:grpSpPr>
        <p:sp>
          <p:nvSpPr>
            <p:cNvPr id="347" name="Google Shape;347;p4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48" name="Google Shape;348;p4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1">
  <p:cSld name="CUSTOM_1_1_1_1_1_1_2_2_2">
    <p:bg>
      <p:bgPr>
        <a:solidFill>
          <a:schemeClr val="lt1"/>
        </a:solidFill>
      </p:bgPr>
    </p:bg>
    <p:spTree>
      <p:nvGrpSpPr>
        <p:cNvPr id="349" name="Shape 349"/>
        <p:cNvGrpSpPr/>
        <p:nvPr/>
      </p:nvGrpSpPr>
      <p:grpSpPr>
        <a:xfrm>
          <a:off x="0" y="0"/>
          <a:ext cx="0" cy="0"/>
          <a:chOff x="0" y="0"/>
          <a:chExt cx="0" cy="0"/>
        </a:xfrm>
      </p:grpSpPr>
      <p:sp>
        <p:nvSpPr>
          <p:cNvPr id="350" name="Google Shape;350;p41"/>
          <p:cNvSpPr/>
          <p:nvPr/>
        </p:nvSpPr>
        <p:spPr>
          <a:xfrm flipH="1">
            <a:off x="5945100" y="2071594"/>
            <a:ext cx="3198900" cy="27315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1"/>
          <p:cNvSpPr/>
          <p:nvPr/>
        </p:nvSpPr>
        <p:spPr>
          <a:xfrm>
            <a:off x="8004428" y="1624012"/>
            <a:ext cx="1139571" cy="1519237"/>
          </a:xfrm>
          <a:custGeom>
            <a:rect b="b" l="l" r="r" t="t"/>
            <a:pathLst>
              <a:path extrusionOk="0" h="1519237" w="1139571">
                <a:moveTo>
                  <a:pt x="759619" y="241363"/>
                </a:moveTo>
                <a:cubicBezTo>
                  <a:pt x="909733" y="241363"/>
                  <a:pt x="1044988" y="305181"/>
                  <a:pt x="1139571" y="407194"/>
                </a:cubicBezTo>
                <a:lnTo>
                  <a:pt x="1139571" y="101727"/>
                </a:lnTo>
                <a:cubicBezTo>
                  <a:pt x="1027795" y="37005"/>
                  <a:pt x="898017" y="0"/>
                  <a:pt x="759619" y="0"/>
                </a:cubicBezTo>
                <a:cubicBezTo>
                  <a:pt x="340090" y="0"/>
                  <a:pt x="0" y="340090"/>
                  <a:pt x="0" y="759619"/>
                </a:cubicBezTo>
                <a:cubicBezTo>
                  <a:pt x="0" y="1179148"/>
                  <a:pt x="340090" y="1519238"/>
                  <a:pt x="759619" y="1519238"/>
                </a:cubicBezTo>
                <a:cubicBezTo>
                  <a:pt x="898017" y="1519238"/>
                  <a:pt x="1027795" y="1482233"/>
                  <a:pt x="1139571" y="1417511"/>
                </a:cubicBezTo>
                <a:lnTo>
                  <a:pt x="1139571" y="1112044"/>
                </a:lnTo>
                <a:cubicBezTo>
                  <a:pt x="1044988" y="1214056"/>
                  <a:pt x="909733" y="1277874"/>
                  <a:pt x="759619" y="1277874"/>
                </a:cubicBezTo>
                <a:cubicBezTo>
                  <a:pt x="473393" y="1277874"/>
                  <a:pt x="241364" y="1045845"/>
                  <a:pt x="241364" y="759619"/>
                </a:cubicBezTo>
                <a:cubicBezTo>
                  <a:pt x="241364" y="473392"/>
                  <a:pt x="473393" y="241363"/>
                  <a:pt x="759619" y="24136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352" name="Google Shape;352;p41"/>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53" name="Google Shape;353;p4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54" name="Google Shape;354;p41"/>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41"/>
          <p:cNvGrpSpPr/>
          <p:nvPr/>
        </p:nvGrpSpPr>
        <p:grpSpPr>
          <a:xfrm>
            <a:off x="8247715" y="4884429"/>
            <a:ext cx="648372" cy="183782"/>
            <a:chOff x="12596224" y="4969749"/>
            <a:chExt cx="2253641" cy="638797"/>
          </a:xfrm>
        </p:grpSpPr>
        <p:sp>
          <p:nvSpPr>
            <p:cNvPr id="356" name="Google Shape;356;p4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57" name="Google Shape;357;p4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5">
  <p:cSld name="CUSTOM_1_1_1_1_1_1_2_2_6">
    <p:bg>
      <p:bgPr>
        <a:solidFill>
          <a:schemeClr val="lt1"/>
        </a:solidFill>
      </p:bgPr>
    </p:bg>
    <p:spTree>
      <p:nvGrpSpPr>
        <p:cNvPr id="358" name="Shape 358"/>
        <p:cNvGrpSpPr/>
        <p:nvPr/>
      </p:nvGrpSpPr>
      <p:grpSpPr>
        <a:xfrm>
          <a:off x="0" y="0"/>
          <a:ext cx="0" cy="0"/>
          <a:chOff x="0" y="0"/>
          <a:chExt cx="0" cy="0"/>
        </a:xfrm>
      </p:grpSpPr>
      <p:cxnSp>
        <p:nvCxnSpPr>
          <p:cNvPr id="359" name="Google Shape;359;p42"/>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60" name="Google Shape;360;p4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361" name="Google Shape;361;p42"/>
          <p:cNvGrpSpPr/>
          <p:nvPr/>
        </p:nvGrpSpPr>
        <p:grpSpPr>
          <a:xfrm>
            <a:off x="-11624" y="2172904"/>
            <a:ext cx="9144049" cy="1015276"/>
            <a:chOff x="4171550" y="3128675"/>
            <a:chExt cx="2028900" cy="631508"/>
          </a:xfrm>
        </p:grpSpPr>
        <p:sp>
          <p:nvSpPr>
            <p:cNvPr id="362" name="Google Shape;362;p42"/>
            <p:cNvSpPr/>
            <p:nvPr/>
          </p:nvSpPr>
          <p:spPr>
            <a:xfrm>
              <a:off x="4171550" y="3128675"/>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2"/>
            <p:cNvSpPr/>
            <p:nvPr/>
          </p:nvSpPr>
          <p:spPr>
            <a:xfrm>
              <a:off x="4171550" y="3300878"/>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2"/>
            <p:cNvSpPr/>
            <p:nvPr/>
          </p:nvSpPr>
          <p:spPr>
            <a:xfrm>
              <a:off x="4171550" y="3473081"/>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2"/>
            <p:cNvSpPr/>
            <p:nvPr/>
          </p:nvSpPr>
          <p:spPr>
            <a:xfrm>
              <a:off x="4171550" y="3645283"/>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 name="Google Shape;366;p42"/>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 name="Google Shape;367;p42"/>
          <p:cNvGrpSpPr/>
          <p:nvPr/>
        </p:nvGrpSpPr>
        <p:grpSpPr>
          <a:xfrm>
            <a:off x="8247715" y="4884429"/>
            <a:ext cx="648372" cy="183782"/>
            <a:chOff x="12596224" y="4969749"/>
            <a:chExt cx="2253641" cy="638797"/>
          </a:xfrm>
        </p:grpSpPr>
        <p:sp>
          <p:nvSpPr>
            <p:cNvPr id="368" name="Google Shape;368;p4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69" name="Google Shape;369;p4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6">
  <p:cSld name="CUSTOM_1_1_1_1_1_1_2_2_7">
    <p:bg>
      <p:bgPr>
        <a:solidFill>
          <a:schemeClr val="lt1"/>
        </a:solidFill>
      </p:bgPr>
    </p:bg>
    <p:spTree>
      <p:nvGrpSpPr>
        <p:cNvPr id="370" name="Shape 370"/>
        <p:cNvGrpSpPr/>
        <p:nvPr/>
      </p:nvGrpSpPr>
      <p:grpSpPr>
        <a:xfrm>
          <a:off x="0" y="0"/>
          <a:ext cx="0" cy="0"/>
          <a:chOff x="0" y="0"/>
          <a:chExt cx="0" cy="0"/>
        </a:xfrm>
      </p:grpSpPr>
      <p:sp>
        <p:nvSpPr>
          <p:cNvPr id="371" name="Google Shape;371;p43"/>
          <p:cNvSpPr/>
          <p:nvPr/>
        </p:nvSpPr>
        <p:spPr>
          <a:xfrm rot="5400000">
            <a:off x="4337850" y="183000"/>
            <a:ext cx="3455400" cy="3089400"/>
          </a:xfrm>
          <a:prstGeom prst="flowChartDelay">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3"/>
          <p:cNvSpPr/>
          <p:nvPr/>
        </p:nvSpPr>
        <p:spPr>
          <a:xfrm rot="-5400000">
            <a:off x="1350700" y="1530350"/>
            <a:ext cx="3455400" cy="3089400"/>
          </a:xfrm>
          <a:prstGeom prst="flowChartDelay">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 name="Google Shape;373;p43"/>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374" name="Google Shape;374;p43"/>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375" name="Google Shape;375;p43"/>
          <p:cNvSpPr/>
          <p:nvPr/>
        </p:nvSpPr>
        <p:spPr>
          <a:xfrm>
            <a:off x="7414303" y="235126"/>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3"/>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 name="Google Shape;377;p43"/>
          <p:cNvGrpSpPr/>
          <p:nvPr/>
        </p:nvGrpSpPr>
        <p:grpSpPr>
          <a:xfrm>
            <a:off x="8247715" y="4884429"/>
            <a:ext cx="648372" cy="183782"/>
            <a:chOff x="12596224" y="4969749"/>
            <a:chExt cx="2253641" cy="638797"/>
          </a:xfrm>
        </p:grpSpPr>
        <p:sp>
          <p:nvSpPr>
            <p:cNvPr id="378" name="Google Shape;378;p4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79" name="Google Shape;379;p4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p:cSld name="CUSTOM_1_1_1_1_1_1_2_2_1">
    <p:bg>
      <p:bgPr>
        <a:solidFill>
          <a:schemeClr val="lt1"/>
        </a:solidFill>
      </p:bgPr>
    </p:bg>
    <p:spTree>
      <p:nvGrpSpPr>
        <p:cNvPr id="380" name="Shape 380"/>
        <p:cNvGrpSpPr/>
        <p:nvPr/>
      </p:nvGrpSpPr>
      <p:grpSpPr>
        <a:xfrm>
          <a:off x="0" y="0"/>
          <a:ext cx="0" cy="0"/>
          <a:chOff x="0" y="0"/>
          <a:chExt cx="0" cy="0"/>
        </a:xfrm>
      </p:grpSpPr>
      <p:sp>
        <p:nvSpPr>
          <p:cNvPr id="381" name="Google Shape;381;p44"/>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44"/>
          <p:cNvGrpSpPr/>
          <p:nvPr/>
        </p:nvGrpSpPr>
        <p:grpSpPr>
          <a:xfrm>
            <a:off x="8247715" y="4884429"/>
            <a:ext cx="648372" cy="183782"/>
            <a:chOff x="12596224" y="4969749"/>
            <a:chExt cx="2253641" cy="638797"/>
          </a:xfrm>
        </p:grpSpPr>
        <p:sp>
          <p:nvSpPr>
            <p:cNvPr id="383" name="Google Shape;383;p4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84" name="Google Shape;384;p4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6">
  <p:cSld name="CUSTOM_1_1_1_1_1_1_2_2_1_6">
    <p:bg>
      <p:bgPr>
        <a:solidFill>
          <a:schemeClr val="lt1"/>
        </a:solidFill>
      </p:bgPr>
    </p:bg>
    <p:spTree>
      <p:nvGrpSpPr>
        <p:cNvPr id="385" name="Shape 385"/>
        <p:cNvGrpSpPr/>
        <p:nvPr/>
      </p:nvGrpSpPr>
      <p:grpSpPr>
        <a:xfrm>
          <a:off x="0" y="0"/>
          <a:ext cx="0" cy="0"/>
          <a:chOff x="0" y="0"/>
          <a:chExt cx="0" cy="0"/>
        </a:xfrm>
      </p:grpSpPr>
      <p:sp>
        <p:nvSpPr>
          <p:cNvPr id="386" name="Google Shape;386;p45"/>
          <p:cNvSpPr/>
          <p:nvPr/>
        </p:nvSpPr>
        <p:spPr>
          <a:xfrm>
            <a:off x="7383925" y="0"/>
            <a:ext cx="1759800" cy="480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5"/>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 name="Google Shape;388;p45"/>
          <p:cNvGrpSpPr/>
          <p:nvPr/>
        </p:nvGrpSpPr>
        <p:grpSpPr>
          <a:xfrm>
            <a:off x="8247715" y="4884429"/>
            <a:ext cx="648372" cy="183782"/>
            <a:chOff x="12596224" y="4969749"/>
            <a:chExt cx="2253641" cy="638797"/>
          </a:xfrm>
        </p:grpSpPr>
        <p:sp>
          <p:nvSpPr>
            <p:cNvPr id="389" name="Google Shape;389;p4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90" name="Google Shape;390;p4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5">
  <p:cSld name="CUSTOM_1_1_1_1_1_1_2_2_1_5">
    <p:bg>
      <p:bgPr>
        <a:solidFill>
          <a:schemeClr val="lt1"/>
        </a:solidFill>
      </p:bgPr>
    </p:bg>
    <p:spTree>
      <p:nvGrpSpPr>
        <p:cNvPr id="391" name="Shape 391"/>
        <p:cNvGrpSpPr/>
        <p:nvPr/>
      </p:nvGrpSpPr>
      <p:grpSpPr>
        <a:xfrm>
          <a:off x="0" y="0"/>
          <a:ext cx="0" cy="0"/>
          <a:chOff x="0" y="0"/>
          <a:chExt cx="0" cy="0"/>
        </a:xfrm>
      </p:grpSpPr>
      <p:grpSp>
        <p:nvGrpSpPr>
          <p:cNvPr id="392" name="Google Shape;392;p46"/>
          <p:cNvGrpSpPr/>
          <p:nvPr/>
        </p:nvGrpSpPr>
        <p:grpSpPr>
          <a:xfrm>
            <a:off x="7316425" y="1399913"/>
            <a:ext cx="1827575" cy="3408391"/>
            <a:chOff x="7316425" y="1399913"/>
            <a:chExt cx="1827575" cy="3408391"/>
          </a:xfrm>
        </p:grpSpPr>
        <p:sp>
          <p:nvSpPr>
            <p:cNvPr id="393" name="Google Shape;393;p46"/>
            <p:cNvSpPr/>
            <p:nvPr/>
          </p:nvSpPr>
          <p:spPr>
            <a:xfrm>
              <a:off x="7316425" y="2583491"/>
              <a:ext cx="1219415" cy="2224813"/>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p:nvPr/>
          </p:nvSpPr>
          <p:spPr>
            <a:xfrm flipH="1">
              <a:off x="8535857" y="1399913"/>
              <a:ext cx="608143" cy="3408391"/>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95" name="Google Shape;395;p46"/>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46"/>
          <p:cNvGrpSpPr/>
          <p:nvPr/>
        </p:nvGrpSpPr>
        <p:grpSpPr>
          <a:xfrm>
            <a:off x="8247715" y="4884429"/>
            <a:ext cx="648372" cy="183782"/>
            <a:chOff x="12596224" y="4969749"/>
            <a:chExt cx="2253641" cy="638797"/>
          </a:xfrm>
        </p:grpSpPr>
        <p:sp>
          <p:nvSpPr>
            <p:cNvPr id="397" name="Google Shape;397;p4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398" name="Google Shape;398;p4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3">
  <p:cSld name="CUSTOM_1_1_1_1_1_1_2_2_1_3">
    <p:bg>
      <p:bgPr>
        <a:solidFill>
          <a:schemeClr val="lt1"/>
        </a:solidFill>
      </p:bgPr>
    </p:bg>
    <p:spTree>
      <p:nvGrpSpPr>
        <p:cNvPr id="399" name="Shape 399"/>
        <p:cNvGrpSpPr/>
        <p:nvPr/>
      </p:nvGrpSpPr>
      <p:grpSpPr>
        <a:xfrm>
          <a:off x="0" y="0"/>
          <a:ext cx="0" cy="0"/>
          <a:chOff x="0" y="0"/>
          <a:chExt cx="0" cy="0"/>
        </a:xfrm>
      </p:grpSpPr>
      <p:sp>
        <p:nvSpPr>
          <p:cNvPr id="400" name="Google Shape;400;p47"/>
          <p:cNvSpPr/>
          <p:nvPr/>
        </p:nvSpPr>
        <p:spPr>
          <a:xfrm>
            <a:off x="6629705" y="208545"/>
            <a:ext cx="2516748" cy="4591787"/>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EF4E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 name="Google Shape;402;p47"/>
          <p:cNvGrpSpPr/>
          <p:nvPr/>
        </p:nvGrpSpPr>
        <p:grpSpPr>
          <a:xfrm>
            <a:off x="8247715" y="4884429"/>
            <a:ext cx="648372" cy="183782"/>
            <a:chOff x="12596224" y="4969749"/>
            <a:chExt cx="2253641" cy="638797"/>
          </a:xfrm>
        </p:grpSpPr>
        <p:sp>
          <p:nvSpPr>
            <p:cNvPr id="403" name="Google Shape;403;p4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04" name="Google Shape;404;p4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4">
  <p:cSld name="CUSTOM_1_1_1_1_1_1_2_2_1_4">
    <p:bg>
      <p:bgPr>
        <a:solidFill>
          <a:schemeClr val="lt1"/>
        </a:solidFill>
      </p:bgPr>
    </p:bg>
    <p:spTree>
      <p:nvGrpSpPr>
        <p:cNvPr id="405" name="Shape 405"/>
        <p:cNvGrpSpPr/>
        <p:nvPr/>
      </p:nvGrpSpPr>
      <p:grpSpPr>
        <a:xfrm>
          <a:off x="0" y="0"/>
          <a:ext cx="0" cy="0"/>
          <a:chOff x="0" y="0"/>
          <a:chExt cx="0" cy="0"/>
        </a:xfrm>
      </p:grpSpPr>
      <p:sp>
        <p:nvSpPr>
          <p:cNvPr id="406" name="Google Shape;406;p48"/>
          <p:cNvSpPr/>
          <p:nvPr/>
        </p:nvSpPr>
        <p:spPr>
          <a:xfrm flipH="1">
            <a:off x="6837900" y="2834023"/>
            <a:ext cx="2306100" cy="1969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8"/>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 name="Google Shape;408;p48"/>
          <p:cNvGrpSpPr/>
          <p:nvPr/>
        </p:nvGrpSpPr>
        <p:grpSpPr>
          <a:xfrm>
            <a:off x="8247715" y="4884429"/>
            <a:ext cx="648372" cy="183782"/>
            <a:chOff x="12596224" y="4969749"/>
            <a:chExt cx="2253641" cy="638797"/>
          </a:xfrm>
        </p:grpSpPr>
        <p:sp>
          <p:nvSpPr>
            <p:cNvPr id="409" name="Google Shape;409;p4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10" name="Google Shape;410;p4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1">
  <p:cSld name="CUSTOM_1_1_1_1_1_1_2_2_1_1">
    <p:bg>
      <p:bgPr>
        <a:solidFill>
          <a:schemeClr val="lt1"/>
        </a:solidFill>
      </p:bgPr>
    </p:bg>
    <p:spTree>
      <p:nvGrpSpPr>
        <p:cNvPr id="411" name="Shape 411"/>
        <p:cNvGrpSpPr/>
        <p:nvPr/>
      </p:nvGrpSpPr>
      <p:grpSpPr>
        <a:xfrm>
          <a:off x="0" y="0"/>
          <a:ext cx="0" cy="0"/>
          <a:chOff x="0" y="0"/>
          <a:chExt cx="0" cy="0"/>
        </a:xfrm>
      </p:grpSpPr>
      <p:sp>
        <p:nvSpPr>
          <p:cNvPr id="412" name="Google Shape;412;p49"/>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 name="Google Shape;413;p49"/>
          <p:cNvGrpSpPr/>
          <p:nvPr/>
        </p:nvGrpSpPr>
        <p:grpSpPr>
          <a:xfrm>
            <a:off x="8247715" y="4884429"/>
            <a:ext cx="648372" cy="183782"/>
            <a:chOff x="12596224" y="4969749"/>
            <a:chExt cx="2253641" cy="638797"/>
          </a:xfrm>
        </p:grpSpPr>
        <p:sp>
          <p:nvSpPr>
            <p:cNvPr id="414" name="Google Shape;414;p4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15" name="Google Shape;415;p4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416" name="Google Shape;416;p49"/>
          <p:cNvGrpSpPr/>
          <p:nvPr/>
        </p:nvGrpSpPr>
        <p:grpSpPr>
          <a:xfrm>
            <a:off x="6468459" y="899525"/>
            <a:ext cx="2675541" cy="3909112"/>
            <a:chOff x="6466673" y="899525"/>
            <a:chExt cx="2675541" cy="3909112"/>
          </a:xfrm>
        </p:grpSpPr>
        <p:sp>
          <p:nvSpPr>
            <p:cNvPr id="417" name="Google Shape;417;p49"/>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9"/>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9"/>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9"/>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9"/>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9"/>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9"/>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9"/>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9"/>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9"/>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49"/>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9"/>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9"/>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9"/>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9"/>
            <p:cNvSpPr/>
            <p:nvPr/>
          </p:nvSpPr>
          <p:spPr>
            <a:xfrm>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9"/>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2">
  <p:cSld name="CUSTOM_1_1_1_1_1_1_2_2_1_2">
    <p:bg>
      <p:bgPr>
        <a:solidFill>
          <a:schemeClr val="lt1"/>
        </a:solidFill>
      </p:bgPr>
    </p:bg>
    <p:spTree>
      <p:nvGrpSpPr>
        <p:cNvPr id="435" name="Shape 435"/>
        <p:cNvGrpSpPr/>
        <p:nvPr/>
      </p:nvGrpSpPr>
      <p:grpSpPr>
        <a:xfrm>
          <a:off x="0" y="0"/>
          <a:ext cx="0" cy="0"/>
          <a:chOff x="0" y="0"/>
          <a:chExt cx="0" cy="0"/>
        </a:xfrm>
      </p:grpSpPr>
      <p:sp>
        <p:nvSpPr>
          <p:cNvPr id="436" name="Google Shape;436;p50"/>
          <p:cNvSpPr/>
          <p:nvPr/>
        </p:nvSpPr>
        <p:spPr>
          <a:xfrm rot="10800000">
            <a:off x="-3" y="373253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50"/>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 name="Google Shape;438;p50"/>
          <p:cNvGrpSpPr/>
          <p:nvPr/>
        </p:nvGrpSpPr>
        <p:grpSpPr>
          <a:xfrm>
            <a:off x="8247715" y="4884429"/>
            <a:ext cx="648372" cy="183782"/>
            <a:chOff x="12596224" y="4969749"/>
            <a:chExt cx="2253641" cy="638797"/>
          </a:xfrm>
        </p:grpSpPr>
        <p:sp>
          <p:nvSpPr>
            <p:cNvPr id="439" name="Google Shape;439;p5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40" name="Google Shape;440;p5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441" name="Google Shape;441;p50"/>
          <p:cNvGrpSpPr/>
          <p:nvPr/>
        </p:nvGrpSpPr>
        <p:grpSpPr>
          <a:xfrm>
            <a:off x="7359160" y="0"/>
            <a:ext cx="1786649" cy="3134153"/>
            <a:chOff x="7359160" y="0"/>
            <a:chExt cx="1786649" cy="3134153"/>
          </a:xfrm>
        </p:grpSpPr>
        <p:sp>
          <p:nvSpPr>
            <p:cNvPr id="442" name="Google Shape;442;p50"/>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50"/>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7A59"/>
            </a:solidFill>
            <a:ln cap="flat" cmpd="sng" w="9525">
              <a:solidFill>
                <a:srgbClr val="FF7A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50"/>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D44325"/>
            </a:solidFill>
            <a:ln cap="flat" cmpd="sng" w="9525">
              <a:solidFill>
                <a:srgbClr val="D443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50"/>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Triple Orange Banner - Orange">
  <p:cSld name="CUSTOM_1_1_1_1_1_1_5_2">
    <p:bg>
      <p:bgPr>
        <a:solidFill>
          <a:schemeClr val="accent1"/>
        </a:solidFill>
      </p:bgPr>
    </p:bg>
    <p:spTree>
      <p:nvGrpSpPr>
        <p:cNvPr id="446" name="Shape 446"/>
        <p:cNvGrpSpPr/>
        <p:nvPr/>
      </p:nvGrpSpPr>
      <p:grpSpPr>
        <a:xfrm>
          <a:off x="0" y="0"/>
          <a:ext cx="0" cy="0"/>
          <a:chOff x="0" y="0"/>
          <a:chExt cx="0" cy="0"/>
        </a:xfrm>
      </p:grpSpPr>
      <p:cxnSp>
        <p:nvCxnSpPr>
          <p:cNvPr id="447" name="Google Shape;447;p51"/>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48" name="Google Shape;448;p5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49" name="Google Shape;449;p51"/>
          <p:cNvSpPr/>
          <p:nvPr/>
        </p:nvSpPr>
        <p:spPr>
          <a:xfrm>
            <a:off x="-7875" y="4481850"/>
            <a:ext cx="9151800" cy="3258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1"/>
          <p:cNvSpPr/>
          <p:nvPr/>
        </p:nvSpPr>
        <p:spPr>
          <a:xfrm>
            <a:off x="-7875" y="4156050"/>
            <a:ext cx="9151800" cy="3258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 name="Google Shape;452;p51"/>
          <p:cNvGrpSpPr/>
          <p:nvPr/>
        </p:nvGrpSpPr>
        <p:grpSpPr>
          <a:xfrm>
            <a:off x="8247715" y="4884429"/>
            <a:ext cx="648372" cy="183782"/>
            <a:chOff x="12596224" y="4969749"/>
            <a:chExt cx="2253641" cy="638797"/>
          </a:xfrm>
        </p:grpSpPr>
        <p:sp>
          <p:nvSpPr>
            <p:cNvPr id="453" name="Google Shape;453;p5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54" name="Google Shape;454;p5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p:cSld name="CUSTOM_1_1_1_1_1_1_2_1">
    <p:bg>
      <p:bgPr>
        <a:solidFill>
          <a:schemeClr val="accent1"/>
        </a:solidFill>
      </p:bgPr>
    </p:bg>
    <p:spTree>
      <p:nvGrpSpPr>
        <p:cNvPr id="455" name="Shape 455"/>
        <p:cNvGrpSpPr/>
        <p:nvPr/>
      </p:nvGrpSpPr>
      <p:grpSpPr>
        <a:xfrm>
          <a:off x="0" y="0"/>
          <a:ext cx="0" cy="0"/>
          <a:chOff x="0" y="0"/>
          <a:chExt cx="0" cy="0"/>
        </a:xfrm>
      </p:grpSpPr>
      <p:cxnSp>
        <p:nvCxnSpPr>
          <p:cNvPr id="456" name="Google Shape;456;p52"/>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57" name="Google Shape;457;p5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58" name="Google Shape;458;p52"/>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 name="Google Shape;459;p52"/>
          <p:cNvGrpSpPr/>
          <p:nvPr/>
        </p:nvGrpSpPr>
        <p:grpSpPr>
          <a:xfrm>
            <a:off x="8247715" y="4884429"/>
            <a:ext cx="648372" cy="183782"/>
            <a:chOff x="12596224" y="4969749"/>
            <a:chExt cx="2253641" cy="638797"/>
          </a:xfrm>
        </p:grpSpPr>
        <p:sp>
          <p:nvSpPr>
            <p:cNvPr id="460" name="Google Shape;460;p5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61" name="Google Shape;461;p5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1">
  <p:cSld name="CUSTOM_1_1_1_1_1_1_2_1_2">
    <p:bg>
      <p:bgPr>
        <a:solidFill>
          <a:srgbClr val="FF5C35"/>
        </a:solidFill>
      </p:bgPr>
    </p:bg>
    <p:spTree>
      <p:nvGrpSpPr>
        <p:cNvPr id="462" name="Shape 462"/>
        <p:cNvGrpSpPr/>
        <p:nvPr/>
      </p:nvGrpSpPr>
      <p:grpSpPr>
        <a:xfrm>
          <a:off x="0" y="0"/>
          <a:ext cx="0" cy="0"/>
          <a:chOff x="0" y="0"/>
          <a:chExt cx="0" cy="0"/>
        </a:xfrm>
      </p:grpSpPr>
      <p:sp>
        <p:nvSpPr>
          <p:cNvPr id="463" name="Google Shape;463;p53"/>
          <p:cNvSpPr/>
          <p:nvPr/>
        </p:nvSpPr>
        <p:spPr>
          <a:xfrm flipH="1">
            <a:off x="5945100" y="2071594"/>
            <a:ext cx="3198900" cy="2731500"/>
          </a:xfrm>
          <a:prstGeom prst="rtTriangle">
            <a:avLst/>
          </a:prstGeom>
          <a:solidFill>
            <a:srgbClr val="FF89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3"/>
          <p:cNvSpPr/>
          <p:nvPr/>
        </p:nvSpPr>
        <p:spPr>
          <a:xfrm>
            <a:off x="8004428" y="1624012"/>
            <a:ext cx="1139571" cy="1519237"/>
          </a:xfrm>
          <a:custGeom>
            <a:rect b="b" l="l" r="r" t="t"/>
            <a:pathLst>
              <a:path extrusionOk="0" h="1519237" w="1139571">
                <a:moveTo>
                  <a:pt x="759619" y="241363"/>
                </a:moveTo>
                <a:cubicBezTo>
                  <a:pt x="909733" y="241363"/>
                  <a:pt x="1044988" y="305181"/>
                  <a:pt x="1139571" y="407194"/>
                </a:cubicBezTo>
                <a:lnTo>
                  <a:pt x="1139571" y="101727"/>
                </a:lnTo>
                <a:cubicBezTo>
                  <a:pt x="1027795" y="37005"/>
                  <a:pt x="898017" y="0"/>
                  <a:pt x="759619" y="0"/>
                </a:cubicBezTo>
                <a:cubicBezTo>
                  <a:pt x="340090" y="0"/>
                  <a:pt x="0" y="340090"/>
                  <a:pt x="0" y="759619"/>
                </a:cubicBezTo>
                <a:cubicBezTo>
                  <a:pt x="0" y="1179148"/>
                  <a:pt x="340090" y="1519238"/>
                  <a:pt x="759619" y="1519238"/>
                </a:cubicBezTo>
                <a:cubicBezTo>
                  <a:pt x="898017" y="1519238"/>
                  <a:pt x="1027795" y="1482233"/>
                  <a:pt x="1139571" y="1417511"/>
                </a:cubicBezTo>
                <a:lnTo>
                  <a:pt x="1139571" y="1112044"/>
                </a:lnTo>
                <a:cubicBezTo>
                  <a:pt x="1044988" y="1214056"/>
                  <a:pt x="909733" y="1277874"/>
                  <a:pt x="759619" y="1277874"/>
                </a:cubicBezTo>
                <a:cubicBezTo>
                  <a:pt x="473393" y="1277874"/>
                  <a:pt x="241364" y="1045845"/>
                  <a:pt x="241364" y="759619"/>
                </a:cubicBezTo>
                <a:cubicBezTo>
                  <a:pt x="241364" y="473392"/>
                  <a:pt x="473393" y="241363"/>
                  <a:pt x="759619" y="241363"/>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465" name="Google Shape;465;p53"/>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66" name="Google Shape;466;p53"/>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67" name="Google Shape;467;p53"/>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 name="Google Shape;468;p53"/>
          <p:cNvGrpSpPr/>
          <p:nvPr/>
        </p:nvGrpSpPr>
        <p:grpSpPr>
          <a:xfrm>
            <a:off x="8247715" y="4884429"/>
            <a:ext cx="648372" cy="183782"/>
            <a:chOff x="12596224" y="4969749"/>
            <a:chExt cx="2253641" cy="638797"/>
          </a:xfrm>
        </p:grpSpPr>
        <p:sp>
          <p:nvSpPr>
            <p:cNvPr id="469" name="Google Shape;469;p5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70" name="Google Shape;470;p5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2">
  <p:cSld name="CUSTOM_1_1_1_1_1_1_2_1_3">
    <p:bg>
      <p:bgPr>
        <a:solidFill>
          <a:srgbClr val="FF5C35"/>
        </a:solidFill>
      </p:bgPr>
    </p:bg>
    <p:spTree>
      <p:nvGrpSpPr>
        <p:cNvPr id="471" name="Shape 471"/>
        <p:cNvGrpSpPr/>
        <p:nvPr/>
      </p:nvGrpSpPr>
      <p:grpSpPr>
        <a:xfrm>
          <a:off x="0" y="0"/>
          <a:ext cx="0" cy="0"/>
          <a:chOff x="0" y="0"/>
          <a:chExt cx="0" cy="0"/>
        </a:xfrm>
      </p:grpSpPr>
      <p:sp>
        <p:nvSpPr>
          <p:cNvPr id="472" name="Google Shape;472;p54"/>
          <p:cNvSpPr/>
          <p:nvPr/>
        </p:nvSpPr>
        <p:spPr>
          <a:xfrm>
            <a:off x="6562400" y="0"/>
            <a:ext cx="2581200" cy="4809900"/>
          </a:xfrm>
          <a:prstGeom prst="rect">
            <a:avLst/>
          </a:prstGeom>
          <a:solidFill>
            <a:srgbClr val="FE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4"/>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474" name="Google Shape;474;p54"/>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75" name="Google Shape;475;p5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76" name="Google Shape;476;p5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54"/>
          <p:cNvGrpSpPr/>
          <p:nvPr/>
        </p:nvGrpSpPr>
        <p:grpSpPr>
          <a:xfrm>
            <a:off x="8247715" y="4884429"/>
            <a:ext cx="648372" cy="183782"/>
            <a:chOff x="12596224" y="4969749"/>
            <a:chExt cx="2253641" cy="638797"/>
          </a:xfrm>
        </p:grpSpPr>
        <p:sp>
          <p:nvSpPr>
            <p:cNvPr id="478" name="Google Shape;478;p5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79" name="Google Shape;479;p5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3">
  <p:cSld name="CUSTOM_1_1_1_1_1_1_2_1_4">
    <p:bg>
      <p:bgPr>
        <a:solidFill>
          <a:srgbClr val="FF5C35"/>
        </a:solidFill>
      </p:bgPr>
    </p:bg>
    <p:spTree>
      <p:nvGrpSpPr>
        <p:cNvPr id="480" name="Shape 480"/>
        <p:cNvGrpSpPr/>
        <p:nvPr/>
      </p:nvGrpSpPr>
      <p:grpSpPr>
        <a:xfrm>
          <a:off x="0" y="0"/>
          <a:ext cx="0" cy="0"/>
          <a:chOff x="0" y="0"/>
          <a:chExt cx="0" cy="0"/>
        </a:xfrm>
      </p:grpSpPr>
      <p:sp>
        <p:nvSpPr>
          <p:cNvPr id="481" name="Google Shape;481;p55"/>
          <p:cNvSpPr/>
          <p:nvPr/>
        </p:nvSpPr>
        <p:spPr>
          <a:xfrm>
            <a:off x="6562400" y="0"/>
            <a:ext cx="2581200" cy="4809900"/>
          </a:xfrm>
          <a:prstGeom prst="rect">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5"/>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483" name="Google Shape;483;p55"/>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84" name="Google Shape;484;p55"/>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85" name="Google Shape;485;p55"/>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 name="Google Shape;486;p55"/>
          <p:cNvGrpSpPr/>
          <p:nvPr/>
        </p:nvGrpSpPr>
        <p:grpSpPr>
          <a:xfrm>
            <a:off x="8247715" y="4884429"/>
            <a:ext cx="648372" cy="183782"/>
            <a:chOff x="12596224" y="4969749"/>
            <a:chExt cx="2253641" cy="638797"/>
          </a:xfrm>
        </p:grpSpPr>
        <p:sp>
          <p:nvSpPr>
            <p:cNvPr id="487" name="Google Shape;487;p5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88" name="Google Shape;488;p5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4">
  <p:cSld name="CUSTOM_1_1_1_1_1_1_2_1_5">
    <p:bg>
      <p:bgPr>
        <a:solidFill>
          <a:srgbClr val="FF5C35"/>
        </a:solidFill>
      </p:bgPr>
    </p:bg>
    <p:spTree>
      <p:nvGrpSpPr>
        <p:cNvPr id="489" name="Shape 489"/>
        <p:cNvGrpSpPr/>
        <p:nvPr/>
      </p:nvGrpSpPr>
      <p:grpSpPr>
        <a:xfrm>
          <a:off x="0" y="0"/>
          <a:ext cx="0" cy="0"/>
          <a:chOff x="0" y="0"/>
          <a:chExt cx="0" cy="0"/>
        </a:xfrm>
      </p:grpSpPr>
      <p:sp>
        <p:nvSpPr>
          <p:cNvPr id="490" name="Google Shape;490;p56"/>
          <p:cNvSpPr/>
          <p:nvPr/>
        </p:nvSpPr>
        <p:spPr>
          <a:xfrm>
            <a:off x="6562400" y="0"/>
            <a:ext cx="2581200" cy="4809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6"/>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492" name="Google Shape;492;p56"/>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493" name="Google Shape;493;p56"/>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494" name="Google Shape;494;p56"/>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5" name="Google Shape;495;p56"/>
          <p:cNvGrpSpPr/>
          <p:nvPr/>
        </p:nvGrpSpPr>
        <p:grpSpPr>
          <a:xfrm>
            <a:off x="8247715" y="4884429"/>
            <a:ext cx="648372" cy="183782"/>
            <a:chOff x="12596224" y="4969749"/>
            <a:chExt cx="2253641" cy="638797"/>
          </a:xfrm>
        </p:grpSpPr>
        <p:sp>
          <p:nvSpPr>
            <p:cNvPr id="496" name="Google Shape;496;p5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497" name="Google Shape;497;p5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7">
  <p:cSld name="CUSTOM_1_1_1_1_1_1_2_1_9">
    <p:bg>
      <p:bgPr>
        <a:solidFill>
          <a:srgbClr val="FF5C35"/>
        </a:solidFill>
      </p:bgPr>
    </p:bg>
    <p:spTree>
      <p:nvGrpSpPr>
        <p:cNvPr id="498" name="Shape 498"/>
        <p:cNvGrpSpPr/>
        <p:nvPr/>
      </p:nvGrpSpPr>
      <p:grpSpPr>
        <a:xfrm>
          <a:off x="0" y="0"/>
          <a:ext cx="0" cy="0"/>
          <a:chOff x="0" y="0"/>
          <a:chExt cx="0" cy="0"/>
        </a:xfrm>
      </p:grpSpPr>
      <p:cxnSp>
        <p:nvCxnSpPr>
          <p:cNvPr id="499" name="Google Shape;499;p57"/>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500" name="Google Shape;500;p5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501" name="Google Shape;501;p57"/>
          <p:cNvSpPr/>
          <p:nvPr/>
        </p:nvSpPr>
        <p:spPr>
          <a:xfrm>
            <a:off x="5753633" y="1157292"/>
            <a:ext cx="3390647" cy="3390647"/>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7"/>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57"/>
          <p:cNvGrpSpPr/>
          <p:nvPr/>
        </p:nvGrpSpPr>
        <p:grpSpPr>
          <a:xfrm>
            <a:off x="8247715" y="4884429"/>
            <a:ext cx="648372" cy="183782"/>
            <a:chOff x="12596224" y="4969749"/>
            <a:chExt cx="2253641" cy="638797"/>
          </a:xfrm>
        </p:grpSpPr>
        <p:sp>
          <p:nvSpPr>
            <p:cNvPr id="504" name="Google Shape;504;p5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05" name="Google Shape;505;p5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5">
  <p:cSld name="CUSTOM_1_1_1_1_1_1_2_1_6">
    <p:bg>
      <p:bgPr>
        <a:solidFill>
          <a:srgbClr val="FF5C35"/>
        </a:solidFill>
      </p:bgPr>
    </p:bg>
    <p:spTree>
      <p:nvGrpSpPr>
        <p:cNvPr id="506" name="Shape 506"/>
        <p:cNvGrpSpPr/>
        <p:nvPr/>
      </p:nvGrpSpPr>
      <p:grpSpPr>
        <a:xfrm>
          <a:off x="0" y="0"/>
          <a:ext cx="0" cy="0"/>
          <a:chOff x="0" y="0"/>
          <a:chExt cx="0" cy="0"/>
        </a:xfrm>
      </p:grpSpPr>
      <p:cxnSp>
        <p:nvCxnSpPr>
          <p:cNvPr id="507" name="Google Shape;507;p58"/>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508" name="Google Shape;508;p5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509" name="Google Shape;509;p58"/>
          <p:cNvGrpSpPr/>
          <p:nvPr/>
        </p:nvGrpSpPr>
        <p:grpSpPr>
          <a:xfrm>
            <a:off x="-24" y="2172904"/>
            <a:ext cx="9144049" cy="1015276"/>
            <a:chOff x="4171550" y="3128675"/>
            <a:chExt cx="2028900" cy="631508"/>
          </a:xfrm>
        </p:grpSpPr>
        <p:sp>
          <p:nvSpPr>
            <p:cNvPr id="510" name="Google Shape;510;p58"/>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8"/>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8"/>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8"/>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 name="Google Shape;514;p58"/>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5" name="Google Shape;515;p58"/>
          <p:cNvGrpSpPr/>
          <p:nvPr/>
        </p:nvGrpSpPr>
        <p:grpSpPr>
          <a:xfrm>
            <a:off x="8247715" y="4884429"/>
            <a:ext cx="648372" cy="183782"/>
            <a:chOff x="12596224" y="4969749"/>
            <a:chExt cx="2253641" cy="638797"/>
          </a:xfrm>
        </p:grpSpPr>
        <p:sp>
          <p:nvSpPr>
            <p:cNvPr id="516" name="Google Shape;516;p5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17" name="Google Shape;517;p5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6">
  <p:cSld name="CUSTOM_1_1_1_1_1_1_2_1_7">
    <p:bg>
      <p:bgPr>
        <a:solidFill>
          <a:srgbClr val="FF5C35"/>
        </a:solidFill>
      </p:bgPr>
    </p:bg>
    <p:spTree>
      <p:nvGrpSpPr>
        <p:cNvPr id="518" name="Shape 518"/>
        <p:cNvGrpSpPr/>
        <p:nvPr/>
      </p:nvGrpSpPr>
      <p:grpSpPr>
        <a:xfrm>
          <a:off x="0" y="0"/>
          <a:ext cx="0" cy="0"/>
          <a:chOff x="0" y="0"/>
          <a:chExt cx="0" cy="0"/>
        </a:xfrm>
      </p:grpSpPr>
      <p:sp>
        <p:nvSpPr>
          <p:cNvPr id="519" name="Google Shape;519;p59"/>
          <p:cNvSpPr/>
          <p:nvPr/>
        </p:nvSpPr>
        <p:spPr>
          <a:xfrm rot="5400000">
            <a:off x="4337875" y="183000"/>
            <a:ext cx="3455400" cy="3089400"/>
          </a:xfrm>
          <a:prstGeom prst="flowChartDelay">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9"/>
          <p:cNvSpPr/>
          <p:nvPr/>
        </p:nvSpPr>
        <p:spPr>
          <a:xfrm rot="-5400000">
            <a:off x="1350725" y="1530350"/>
            <a:ext cx="3455400" cy="3089400"/>
          </a:xfrm>
          <a:prstGeom prst="flowChartDelay">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1" name="Google Shape;521;p59"/>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522" name="Google Shape;522;p5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523" name="Google Shape;523;p59"/>
          <p:cNvSpPr/>
          <p:nvPr/>
        </p:nvSpPr>
        <p:spPr>
          <a:xfrm>
            <a:off x="7414303" y="235126"/>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9"/>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59"/>
          <p:cNvGrpSpPr/>
          <p:nvPr/>
        </p:nvGrpSpPr>
        <p:grpSpPr>
          <a:xfrm>
            <a:off x="8247715" y="4884429"/>
            <a:ext cx="648372" cy="183782"/>
            <a:chOff x="12596224" y="4969749"/>
            <a:chExt cx="2253641" cy="638797"/>
          </a:xfrm>
        </p:grpSpPr>
        <p:sp>
          <p:nvSpPr>
            <p:cNvPr id="526" name="Google Shape;526;p5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27" name="Google Shape;527;p5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p:cSld name="CUSTOM_1_1_1_1_1_1_2_1_1">
    <p:bg>
      <p:bgPr>
        <a:solidFill>
          <a:srgbClr val="FF5C35"/>
        </a:solidFill>
      </p:bgPr>
    </p:bg>
    <p:spTree>
      <p:nvGrpSpPr>
        <p:cNvPr id="528" name="Shape 528"/>
        <p:cNvGrpSpPr/>
        <p:nvPr/>
      </p:nvGrpSpPr>
      <p:grpSpPr>
        <a:xfrm>
          <a:off x="0" y="0"/>
          <a:ext cx="0" cy="0"/>
          <a:chOff x="0" y="0"/>
          <a:chExt cx="0" cy="0"/>
        </a:xfrm>
      </p:grpSpPr>
      <p:sp>
        <p:nvSpPr>
          <p:cNvPr id="529" name="Google Shape;529;p60"/>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60"/>
          <p:cNvGrpSpPr/>
          <p:nvPr/>
        </p:nvGrpSpPr>
        <p:grpSpPr>
          <a:xfrm>
            <a:off x="8247715" y="4884429"/>
            <a:ext cx="648372" cy="183782"/>
            <a:chOff x="12596224" y="4969749"/>
            <a:chExt cx="2253641" cy="638797"/>
          </a:xfrm>
        </p:grpSpPr>
        <p:sp>
          <p:nvSpPr>
            <p:cNvPr id="531" name="Google Shape;531;p6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32" name="Google Shape;532;p6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6">
  <p:cSld name="CUSTOM_1_1_1_1_1_1_2_1_1_5">
    <p:bg>
      <p:bgPr>
        <a:solidFill>
          <a:srgbClr val="FF5C35"/>
        </a:solidFill>
      </p:bgPr>
    </p:bg>
    <p:spTree>
      <p:nvGrpSpPr>
        <p:cNvPr id="533" name="Shape 533"/>
        <p:cNvGrpSpPr/>
        <p:nvPr/>
      </p:nvGrpSpPr>
      <p:grpSpPr>
        <a:xfrm>
          <a:off x="0" y="0"/>
          <a:ext cx="0" cy="0"/>
          <a:chOff x="0" y="0"/>
          <a:chExt cx="0" cy="0"/>
        </a:xfrm>
      </p:grpSpPr>
      <p:sp>
        <p:nvSpPr>
          <p:cNvPr id="534" name="Google Shape;534;p61"/>
          <p:cNvSpPr/>
          <p:nvPr/>
        </p:nvSpPr>
        <p:spPr>
          <a:xfrm>
            <a:off x="7383925" y="0"/>
            <a:ext cx="1759800" cy="4809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1"/>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 name="Google Shape;536;p61"/>
          <p:cNvGrpSpPr/>
          <p:nvPr/>
        </p:nvGrpSpPr>
        <p:grpSpPr>
          <a:xfrm>
            <a:off x="8247715" y="4884429"/>
            <a:ext cx="648372" cy="183782"/>
            <a:chOff x="12596224" y="4969749"/>
            <a:chExt cx="2253641" cy="638797"/>
          </a:xfrm>
        </p:grpSpPr>
        <p:sp>
          <p:nvSpPr>
            <p:cNvPr id="537" name="Google Shape;537;p6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38" name="Google Shape;538;p6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5">
  <p:cSld name="CUSTOM_1_1_1_1_1_1_2_1_1_4">
    <p:bg>
      <p:bgPr>
        <a:solidFill>
          <a:srgbClr val="FF5C35"/>
        </a:solidFill>
      </p:bgPr>
    </p:bg>
    <p:spTree>
      <p:nvGrpSpPr>
        <p:cNvPr id="539" name="Shape 539"/>
        <p:cNvGrpSpPr/>
        <p:nvPr/>
      </p:nvGrpSpPr>
      <p:grpSpPr>
        <a:xfrm>
          <a:off x="0" y="0"/>
          <a:ext cx="0" cy="0"/>
          <a:chOff x="0" y="0"/>
          <a:chExt cx="0" cy="0"/>
        </a:xfrm>
      </p:grpSpPr>
      <p:grpSp>
        <p:nvGrpSpPr>
          <p:cNvPr id="540" name="Google Shape;540;p62"/>
          <p:cNvGrpSpPr/>
          <p:nvPr/>
        </p:nvGrpSpPr>
        <p:grpSpPr>
          <a:xfrm>
            <a:off x="7316425" y="1399913"/>
            <a:ext cx="1827575" cy="3408391"/>
            <a:chOff x="7316425" y="1399913"/>
            <a:chExt cx="1827575" cy="3408391"/>
          </a:xfrm>
        </p:grpSpPr>
        <p:sp>
          <p:nvSpPr>
            <p:cNvPr id="541" name="Google Shape;541;p62"/>
            <p:cNvSpPr/>
            <p:nvPr/>
          </p:nvSpPr>
          <p:spPr>
            <a:xfrm>
              <a:off x="7316425" y="2583491"/>
              <a:ext cx="1219415" cy="2224813"/>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62"/>
            <p:cNvSpPr/>
            <p:nvPr/>
          </p:nvSpPr>
          <p:spPr>
            <a:xfrm flipH="1">
              <a:off x="8535857" y="1399913"/>
              <a:ext cx="608143" cy="3408391"/>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FF8933"/>
            </a:solidFill>
            <a:ln cap="flat" cmpd="sng" w="9525">
              <a:solidFill>
                <a:srgbClr val="FF8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543" name="Google Shape;543;p62"/>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 name="Google Shape;544;p62"/>
          <p:cNvGrpSpPr/>
          <p:nvPr/>
        </p:nvGrpSpPr>
        <p:grpSpPr>
          <a:xfrm>
            <a:off x="8247715" y="4884429"/>
            <a:ext cx="648372" cy="183782"/>
            <a:chOff x="12596224" y="4969749"/>
            <a:chExt cx="2253641" cy="638797"/>
          </a:xfrm>
        </p:grpSpPr>
        <p:sp>
          <p:nvSpPr>
            <p:cNvPr id="545" name="Google Shape;545;p6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46" name="Google Shape;546;p6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3">
  <p:cSld name="CUSTOM_1_1_1_1_1_1_2_1_1_2">
    <p:bg>
      <p:bgPr>
        <a:solidFill>
          <a:srgbClr val="FF5C35"/>
        </a:solidFill>
      </p:bgPr>
    </p:bg>
    <p:spTree>
      <p:nvGrpSpPr>
        <p:cNvPr id="547" name="Shape 547"/>
        <p:cNvGrpSpPr/>
        <p:nvPr/>
      </p:nvGrpSpPr>
      <p:grpSpPr>
        <a:xfrm>
          <a:off x="0" y="0"/>
          <a:ext cx="0" cy="0"/>
          <a:chOff x="0" y="0"/>
          <a:chExt cx="0" cy="0"/>
        </a:xfrm>
      </p:grpSpPr>
      <p:sp>
        <p:nvSpPr>
          <p:cNvPr id="548" name="Google Shape;548;p63"/>
          <p:cNvSpPr/>
          <p:nvPr/>
        </p:nvSpPr>
        <p:spPr>
          <a:xfrm>
            <a:off x="6629705" y="208545"/>
            <a:ext cx="2516748" cy="4591787"/>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63"/>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0" name="Google Shape;550;p63"/>
          <p:cNvGrpSpPr/>
          <p:nvPr/>
        </p:nvGrpSpPr>
        <p:grpSpPr>
          <a:xfrm>
            <a:off x="8247715" y="4884429"/>
            <a:ext cx="648372" cy="183782"/>
            <a:chOff x="12596224" y="4969749"/>
            <a:chExt cx="2253641" cy="638797"/>
          </a:xfrm>
        </p:grpSpPr>
        <p:sp>
          <p:nvSpPr>
            <p:cNvPr id="551" name="Google Shape;551;p6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52" name="Google Shape;552;p6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4">
  <p:cSld name="CUSTOM_1_1_1_1_1_1_2_1_1_3">
    <p:bg>
      <p:bgPr>
        <a:solidFill>
          <a:srgbClr val="FF5C35"/>
        </a:solidFill>
      </p:bgPr>
    </p:bg>
    <p:spTree>
      <p:nvGrpSpPr>
        <p:cNvPr id="553" name="Shape 553"/>
        <p:cNvGrpSpPr/>
        <p:nvPr/>
      </p:nvGrpSpPr>
      <p:grpSpPr>
        <a:xfrm>
          <a:off x="0" y="0"/>
          <a:ext cx="0" cy="0"/>
          <a:chOff x="0" y="0"/>
          <a:chExt cx="0" cy="0"/>
        </a:xfrm>
      </p:grpSpPr>
      <p:sp>
        <p:nvSpPr>
          <p:cNvPr id="554" name="Google Shape;554;p64"/>
          <p:cNvSpPr/>
          <p:nvPr/>
        </p:nvSpPr>
        <p:spPr>
          <a:xfrm flipH="1">
            <a:off x="6837900" y="2834023"/>
            <a:ext cx="2306100" cy="1969200"/>
          </a:xfrm>
          <a:prstGeom prst="rtTriangle">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 name="Google Shape;556;p64"/>
          <p:cNvGrpSpPr/>
          <p:nvPr/>
        </p:nvGrpSpPr>
        <p:grpSpPr>
          <a:xfrm>
            <a:off x="8247715" y="4884429"/>
            <a:ext cx="648372" cy="183782"/>
            <a:chOff x="12596224" y="4969749"/>
            <a:chExt cx="2253641" cy="638797"/>
          </a:xfrm>
        </p:grpSpPr>
        <p:sp>
          <p:nvSpPr>
            <p:cNvPr id="557" name="Google Shape;557;p6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58" name="Google Shape;558;p6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1">
  <p:cSld name="CUSTOM_1_1_1_1_1_1_2_1_1_1">
    <p:bg>
      <p:bgPr>
        <a:solidFill>
          <a:srgbClr val="FF5C35"/>
        </a:solidFill>
      </p:bgPr>
    </p:bg>
    <p:spTree>
      <p:nvGrpSpPr>
        <p:cNvPr id="559" name="Shape 559"/>
        <p:cNvGrpSpPr/>
        <p:nvPr/>
      </p:nvGrpSpPr>
      <p:grpSpPr>
        <a:xfrm>
          <a:off x="0" y="0"/>
          <a:ext cx="0" cy="0"/>
          <a:chOff x="0" y="0"/>
          <a:chExt cx="0" cy="0"/>
        </a:xfrm>
      </p:grpSpPr>
      <p:grpSp>
        <p:nvGrpSpPr>
          <p:cNvPr id="560" name="Google Shape;560;p65"/>
          <p:cNvGrpSpPr/>
          <p:nvPr/>
        </p:nvGrpSpPr>
        <p:grpSpPr>
          <a:xfrm>
            <a:off x="6468459" y="899525"/>
            <a:ext cx="2675541" cy="3909112"/>
            <a:chOff x="6466673" y="899525"/>
            <a:chExt cx="2675541" cy="3909112"/>
          </a:xfrm>
        </p:grpSpPr>
        <p:sp>
          <p:nvSpPr>
            <p:cNvPr id="561" name="Google Shape;561;p65"/>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5"/>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65"/>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65"/>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65"/>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65"/>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p65"/>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65"/>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65"/>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0" name="Google Shape;570;p65"/>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65"/>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2" name="Google Shape;572;p65"/>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p65"/>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65"/>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65"/>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6" name="Google Shape;576;p65"/>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7" name="Google Shape;577;p65"/>
            <p:cNvSpPr/>
            <p:nvPr/>
          </p:nvSpPr>
          <p:spPr>
            <a:xfrm>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8" name="Google Shape;578;p65"/>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579" name="Google Shape;579;p65"/>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0" name="Google Shape;580;p65"/>
          <p:cNvGrpSpPr/>
          <p:nvPr/>
        </p:nvGrpSpPr>
        <p:grpSpPr>
          <a:xfrm>
            <a:off x="8247715" y="4884429"/>
            <a:ext cx="648372" cy="183782"/>
            <a:chOff x="12596224" y="4969749"/>
            <a:chExt cx="2253641" cy="638797"/>
          </a:xfrm>
        </p:grpSpPr>
        <p:sp>
          <p:nvSpPr>
            <p:cNvPr id="581" name="Google Shape;581;p6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82" name="Google Shape;582;p6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2">
  <p:cSld name="CUSTOM_1_1_1_1_1_1_2_1_1_1_1">
    <p:bg>
      <p:bgPr>
        <a:solidFill>
          <a:srgbClr val="FF5C35"/>
        </a:solidFill>
      </p:bgPr>
    </p:bg>
    <p:spTree>
      <p:nvGrpSpPr>
        <p:cNvPr id="583" name="Shape 583"/>
        <p:cNvGrpSpPr/>
        <p:nvPr/>
      </p:nvGrpSpPr>
      <p:grpSpPr>
        <a:xfrm>
          <a:off x="0" y="0"/>
          <a:ext cx="0" cy="0"/>
          <a:chOff x="0" y="0"/>
          <a:chExt cx="0" cy="0"/>
        </a:xfrm>
      </p:grpSpPr>
      <p:sp>
        <p:nvSpPr>
          <p:cNvPr id="584" name="Google Shape;584;p66"/>
          <p:cNvSpPr/>
          <p:nvPr/>
        </p:nvSpPr>
        <p:spPr>
          <a:xfrm rot="10800000">
            <a:off x="-3" y="373253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5" name="Google Shape;585;p66"/>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 name="Google Shape;586;p66"/>
          <p:cNvGrpSpPr/>
          <p:nvPr/>
        </p:nvGrpSpPr>
        <p:grpSpPr>
          <a:xfrm>
            <a:off x="8247715" y="4884429"/>
            <a:ext cx="648372" cy="183782"/>
            <a:chOff x="12596224" y="4969749"/>
            <a:chExt cx="2253641" cy="638797"/>
          </a:xfrm>
        </p:grpSpPr>
        <p:sp>
          <p:nvSpPr>
            <p:cNvPr id="587" name="Google Shape;587;p6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588" name="Google Shape;588;p6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589" name="Google Shape;589;p66"/>
          <p:cNvGrpSpPr/>
          <p:nvPr/>
        </p:nvGrpSpPr>
        <p:grpSpPr>
          <a:xfrm>
            <a:off x="7359160" y="0"/>
            <a:ext cx="1786649" cy="3134153"/>
            <a:chOff x="7359160" y="0"/>
            <a:chExt cx="1786649" cy="3134153"/>
          </a:xfrm>
        </p:grpSpPr>
        <p:sp>
          <p:nvSpPr>
            <p:cNvPr id="590" name="Google Shape;590;p66"/>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1" name="Google Shape;591;p66"/>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7A59"/>
            </a:solidFill>
            <a:ln cap="flat" cmpd="sng" w="9525">
              <a:solidFill>
                <a:srgbClr val="FF7A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2" name="Google Shape;592;p66"/>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D44325"/>
            </a:solidFill>
            <a:ln cap="flat" cmpd="sng" w="9525">
              <a:solidFill>
                <a:srgbClr val="D443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3" name="Google Shape;593;p66"/>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F8933"/>
            </a:solidFill>
            <a:ln cap="flat" cmpd="sng" w="9525">
              <a:solidFill>
                <a:srgbClr val="FF8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 Navy 1">
  <p:cSld name="CUSTOM_1_1_1_1_1_1_2_1_3_1">
    <p:bg>
      <p:bgPr>
        <a:solidFill>
          <a:schemeClr val="dk1"/>
        </a:solidFill>
      </p:bgPr>
    </p:bg>
    <p:spTree>
      <p:nvGrpSpPr>
        <p:cNvPr id="594" name="Shape 594"/>
        <p:cNvGrpSpPr/>
        <p:nvPr/>
      </p:nvGrpSpPr>
      <p:grpSpPr>
        <a:xfrm>
          <a:off x="0" y="0"/>
          <a:ext cx="0" cy="0"/>
          <a:chOff x="0" y="0"/>
          <a:chExt cx="0" cy="0"/>
        </a:xfrm>
      </p:grpSpPr>
      <p:sp>
        <p:nvSpPr>
          <p:cNvPr id="595" name="Google Shape;595;p67"/>
          <p:cNvSpPr/>
          <p:nvPr/>
        </p:nvSpPr>
        <p:spPr>
          <a:xfrm>
            <a:off x="6562400" y="0"/>
            <a:ext cx="2581200" cy="4809900"/>
          </a:xfrm>
          <a:prstGeom prst="rect">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7"/>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597" name="Google Shape;597;p67"/>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598" name="Google Shape;598;p6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599" name="Google Shape;599;p67"/>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 name="Google Shape;600;p67"/>
          <p:cNvGrpSpPr/>
          <p:nvPr/>
        </p:nvGrpSpPr>
        <p:grpSpPr>
          <a:xfrm>
            <a:off x="8247715" y="4884429"/>
            <a:ext cx="648372" cy="183782"/>
            <a:chOff x="12596224" y="4969749"/>
            <a:chExt cx="2253641" cy="638797"/>
          </a:xfrm>
        </p:grpSpPr>
        <p:sp>
          <p:nvSpPr>
            <p:cNvPr id="601" name="Google Shape;601;p6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02" name="Google Shape;602;p6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 Navy 2">
  <p:cSld name="CUSTOM_1_1_1_1_1_1_2_1_4_1">
    <p:bg>
      <p:bgPr>
        <a:solidFill>
          <a:schemeClr val="dk1"/>
        </a:solidFill>
      </p:bgPr>
    </p:bg>
    <p:spTree>
      <p:nvGrpSpPr>
        <p:cNvPr id="603" name="Shape 603"/>
        <p:cNvGrpSpPr/>
        <p:nvPr/>
      </p:nvGrpSpPr>
      <p:grpSpPr>
        <a:xfrm>
          <a:off x="0" y="0"/>
          <a:ext cx="0" cy="0"/>
          <a:chOff x="0" y="0"/>
          <a:chExt cx="0" cy="0"/>
        </a:xfrm>
      </p:grpSpPr>
      <p:sp>
        <p:nvSpPr>
          <p:cNvPr id="604" name="Google Shape;604;p68"/>
          <p:cNvSpPr/>
          <p:nvPr/>
        </p:nvSpPr>
        <p:spPr>
          <a:xfrm>
            <a:off x="6562400" y="0"/>
            <a:ext cx="2581200" cy="4809900"/>
          </a:xfrm>
          <a:prstGeom prst="rect">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8"/>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606" name="Google Shape;606;p68"/>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607" name="Google Shape;607;p6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608" name="Google Shape;608;p68"/>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 name="Google Shape;609;p68"/>
          <p:cNvGrpSpPr/>
          <p:nvPr/>
        </p:nvGrpSpPr>
        <p:grpSpPr>
          <a:xfrm>
            <a:off x="8247715" y="4884429"/>
            <a:ext cx="648372" cy="183782"/>
            <a:chOff x="12596224" y="4969749"/>
            <a:chExt cx="2253641" cy="638797"/>
          </a:xfrm>
        </p:grpSpPr>
        <p:sp>
          <p:nvSpPr>
            <p:cNvPr id="610" name="Google Shape;610;p6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11" name="Google Shape;611;p6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 Navy 3">
  <p:cSld name="CUSTOM_1_1_1_1_1_1_2_1_4_1_1">
    <p:bg>
      <p:bgPr>
        <a:solidFill>
          <a:schemeClr val="dk1"/>
        </a:solidFill>
      </p:bgPr>
    </p:bg>
    <p:spTree>
      <p:nvGrpSpPr>
        <p:cNvPr id="612" name="Shape 612"/>
        <p:cNvGrpSpPr/>
        <p:nvPr/>
      </p:nvGrpSpPr>
      <p:grpSpPr>
        <a:xfrm>
          <a:off x="0" y="0"/>
          <a:ext cx="0" cy="0"/>
          <a:chOff x="0" y="0"/>
          <a:chExt cx="0" cy="0"/>
        </a:xfrm>
      </p:grpSpPr>
      <p:cxnSp>
        <p:nvCxnSpPr>
          <p:cNvPr id="613" name="Google Shape;613;p69"/>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614" name="Google Shape;614;p6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615" name="Google Shape;615;p69"/>
          <p:cNvSpPr/>
          <p:nvPr/>
        </p:nvSpPr>
        <p:spPr>
          <a:xfrm>
            <a:off x="5753633" y="1157292"/>
            <a:ext cx="3390647" cy="3390647"/>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6" name="Google Shape;616;p69"/>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7" name="Google Shape;617;p69"/>
          <p:cNvGrpSpPr/>
          <p:nvPr/>
        </p:nvGrpSpPr>
        <p:grpSpPr>
          <a:xfrm>
            <a:off x="8247715" y="4884429"/>
            <a:ext cx="648372" cy="183782"/>
            <a:chOff x="12596224" y="4969749"/>
            <a:chExt cx="2253641" cy="638797"/>
          </a:xfrm>
        </p:grpSpPr>
        <p:sp>
          <p:nvSpPr>
            <p:cNvPr id="618" name="Google Shape;618;p6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19" name="Google Shape;619;p6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 Navy 4">
  <p:cSld name="CUSTOM_1_1_1_1_1_1_2_1_4_1_1_1">
    <p:bg>
      <p:bgPr>
        <a:solidFill>
          <a:schemeClr val="dk1"/>
        </a:solidFill>
      </p:bgPr>
    </p:bg>
    <p:spTree>
      <p:nvGrpSpPr>
        <p:cNvPr id="620" name="Shape 620"/>
        <p:cNvGrpSpPr/>
        <p:nvPr/>
      </p:nvGrpSpPr>
      <p:grpSpPr>
        <a:xfrm>
          <a:off x="0" y="0"/>
          <a:ext cx="0" cy="0"/>
          <a:chOff x="0" y="0"/>
          <a:chExt cx="0" cy="0"/>
        </a:xfrm>
      </p:grpSpPr>
      <p:cxnSp>
        <p:nvCxnSpPr>
          <p:cNvPr id="621" name="Google Shape;621;p70"/>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622" name="Google Shape;622;p7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623" name="Google Shape;623;p70"/>
          <p:cNvSpPr/>
          <p:nvPr/>
        </p:nvSpPr>
        <p:spPr>
          <a:xfrm>
            <a:off x="5753633" y="1157292"/>
            <a:ext cx="3390647" cy="3390647"/>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57D2D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4" name="Google Shape;624;p70"/>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5" name="Google Shape;625;p70"/>
          <p:cNvGrpSpPr/>
          <p:nvPr/>
        </p:nvGrpSpPr>
        <p:grpSpPr>
          <a:xfrm>
            <a:off x="8247715" y="4884429"/>
            <a:ext cx="648372" cy="183782"/>
            <a:chOff x="12596224" y="4969749"/>
            <a:chExt cx="2253641" cy="638797"/>
          </a:xfrm>
        </p:grpSpPr>
        <p:sp>
          <p:nvSpPr>
            <p:cNvPr id="626" name="Google Shape;626;p7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27" name="Google Shape;627;p7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 Navy 1">
  <p:cSld name="CUSTOM_1_1_1_1_1_1_2_1_1_2_1">
    <p:bg>
      <p:bgPr>
        <a:solidFill>
          <a:schemeClr val="dk1"/>
        </a:solidFill>
      </p:bgPr>
    </p:bg>
    <p:spTree>
      <p:nvGrpSpPr>
        <p:cNvPr id="628" name="Shape 628"/>
        <p:cNvGrpSpPr/>
        <p:nvPr/>
      </p:nvGrpSpPr>
      <p:grpSpPr>
        <a:xfrm>
          <a:off x="0" y="0"/>
          <a:ext cx="0" cy="0"/>
          <a:chOff x="0" y="0"/>
          <a:chExt cx="0" cy="0"/>
        </a:xfrm>
      </p:grpSpPr>
      <p:sp>
        <p:nvSpPr>
          <p:cNvPr id="629" name="Google Shape;629;p71"/>
          <p:cNvSpPr/>
          <p:nvPr/>
        </p:nvSpPr>
        <p:spPr>
          <a:xfrm>
            <a:off x="6629705" y="208545"/>
            <a:ext cx="2516748" cy="4591787"/>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0" name="Google Shape;630;p71"/>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71"/>
          <p:cNvGrpSpPr/>
          <p:nvPr/>
        </p:nvGrpSpPr>
        <p:grpSpPr>
          <a:xfrm>
            <a:off x="8247715" y="4884429"/>
            <a:ext cx="648372" cy="183782"/>
            <a:chOff x="12596224" y="4969749"/>
            <a:chExt cx="2253641" cy="638797"/>
          </a:xfrm>
        </p:grpSpPr>
        <p:sp>
          <p:nvSpPr>
            <p:cNvPr id="632" name="Google Shape;632;p7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33" name="Google Shape;633;p7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 Navy 2">
  <p:cSld name="CUSTOM_1_1_1_1_1_1_2_1_1_3_1">
    <p:bg>
      <p:bgPr>
        <a:solidFill>
          <a:schemeClr val="dk1"/>
        </a:solidFill>
      </p:bgPr>
    </p:bg>
    <p:spTree>
      <p:nvGrpSpPr>
        <p:cNvPr id="634" name="Shape 634"/>
        <p:cNvGrpSpPr/>
        <p:nvPr/>
      </p:nvGrpSpPr>
      <p:grpSpPr>
        <a:xfrm>
          <a:off x="0" y="0"/>
          <a:ext cx="0" cy="0"/>
          <a:chOff x="0" y="0"/>
          <a:chExt cx="0" cy="0"/>
        </a:xfrm>
      </p:grpSpPr>
      <p:sp>
        <p:nvSpPr>
          <p:cNvPr id="635" name="Google Shape;635;p72"/>
          <p:cNvSpPr/>
          <p:nvPr/>
        </p:nvSpPr>
        <p:spPr>
          <a:xfrm flipH="1">
            <a:off x="6837900" y="2834023"/>
            <a:ext cx="2306100" cy="1969200"/>
          </a:xfrm>
          <a:prstGeom prst="rtTriangle">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2"/>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7" name="Google Shape;637;p72"/>
          <p:cNvGrpSpPr/>
          <p:nvPr/>
        </p:nvGrpSpPr>
        <p:grpSpPr>
          <a:xfrm>
            <a:off x="8247715" y="4884429"/>
            <a:ext cx="648372" cy="183782"/>
            <a:chOff x="12596224" y="4969749"/>
            <a:chExt cx="2253641" cy="638797"/>
          </a:xfrm>
        </p:grpSpPr>
        <p:sp>
          <p:nvSpPr>
            <p:cNvPr id="638" name="Google Shape;638;p7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39" name="Google Shape;639;p7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Orange">
  <p:cSld name="BLANK_3_1_1_1_1_2_1_1_1_1_1_1_1_1_1_1_1_1_3_1_4">
    <p:bg>
      <p:bgPr>
        <a:solidFill>
          <a:srgbClr val="FF5C35"/>
        </a:solidFill>
      </p:bgPr>
    </p:bg>
    <p:spTree>
      <p:nvGrpSpPr>
        <p:cNvPr id="640" name="Shape 640"/>
        <p:cNvGrpSpPr/>
        <p:nvPr/>
      </p:nvGrpSpPr>
      <p:grpSpPr>
        <a:xfrm>
          <a:off x="0" y="0"/>
          <a:ext cx="0" cy="0"/>
          <a:chOff x="0" y="0"/>
          <a:chExt cx="0" cy="0"/>
        </a:xfrm>
      </p:grpSpPr>
      <p:sp>
        <p:nvSpPr>
          <p:cNvPr id="641" name="Google Shape;641;p73"/>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Orange 1">
  <p:cSld name="BLANK_3_1_1_1_1_2_1_1_1_1_1_1_1_1_1_1_1_1_3_1_4_1">
    <p:bg>
      <p:bgPr>
        <a:solidFill>
          <a:srgbClr val="FF5C35"/>
        </a:solidFill>
      </p:bgPr>
    </p:bg>
    <p:spTree>
      <p:nvGrpSpPr>
        <p:cNvPr id="642" name="Shape 642"/>
        <p:cNvGrpSpPr/>
        <p:nvPr/>
      </p:nvGrpSpPr>
      <p:grpSpPr>
        <a:xfrm>
          <a:off x="0" y="0"/>
          <a:ext cx="0" cy="0"/>
          <a:chOff x="0" y="0"/>
          <a:chExt cx="0" cy="0"/>
        </a:xfrm>
      </p:grpSpPr>
      <p:grpSp>
        <p:nvGrpSpPr>
          <p:cNvPr id="643" name="Google Shape;643;p74"/>
          <p:cNvGrpSpPr/>
          <p:nvPr/>
        </p:nvGrpSpPr>
        <p:grpSpPr>
          <a:xfrm flipH="1">
            <a:off x="-334" y="1456357"/>
            <a:ext cx="2294544" cy="3352454"/>
            <a:chOff x="6466673" y="899525"/>
            <a:chExt cx="2675541" cy="3909112"/>
          </a:xfrm>
        </p:grpSpPr>
        <p:sp>
          <p:nvSpPr>
            <p:cNvPr id="644" name="Google Shape;644;p74"/>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4"/>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6" name="Google Shape;646;p74"/>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7" name="Google Shape;647;p74"/>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8" name="Google Shape;648;p74"/>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9" name="Google Shape;649;p74"/>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0" name="Google Shape;650;p74"/>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1" name="Google Shape;651;p74"/>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74"/>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3" name="Google Shape;653;p74"/>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4" name="Google Shape;654;p74"/>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5" name="Google Shape;655;p74"/>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6" name="Google Shape;656;p74"/>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7" name="Google Shape;657;p74"/>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8" name="Google Shape;658;p74"/>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9" name="Google Shape;659;p74"/>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0" name="Google Shape;660;p74"/>
            <p:cNvSpPr/>
            <p:nvPr/>
          </p:nvSpPr>
          <p:spPr>
            <a:xfrm flipH="1">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1" name="Google Shape;661;p74"/>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662" name="Google Shape;662;p74"/>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663" name="Google Shape;663;p7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4" name="Google Shape;664;p74"/>
          <p:cNvGrpSpPr/>
          <p:nvPr/>
        </p:nvGrpSpPr>
        <p:grpSpPr>
          <a:xfrm>
            <a:off x="8247715" y="4884429"/>
            <a:ext cx="648372" cy="183782"/>
            <a:chOff x="12596224" y="4969749"/>
            <a:chExt cx="2253641" cy="638797"/>
          </a:xfrm>
        </p:grpSpPr>
        <p:sp>
          <p:nvSpPr>
            <p:cNvPr id="665" name="Google Shape;665;p7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66" name="Google Shape;666;p7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Orange 2">
  <p:cSld name="BLANK_3_1_1_1_1_2_1_1_1_1_1_1_1_1_1_1_1_1_3_1_4_2">
    <p:bg>
      <p:bgPr>
        <a:solidFill>
          <a:srgbClr val="FF5C35"/>
        </a:solidFill>
      </p:bgPr>
    </p:bg>
    <p:spTree>
      <p:nvGrpSpPr>
        <p:cNvPr id="667" name="Shape 667"/>
        <p:cNvGrpSpPr/>
        <p:nvPr/>
      </p:nvGrpSpPr>
      <p:grpSpPr>
        <a:xfrm>
          <a:off x="0" y="0"/>
          <a:ext cx="0" cy="0"/>
          <a:chOff x="0" y="0"/>
          <a:chExt cx="0" cy="0"/>
        </a:xfrm>
      </p:grpSpPr>
      <p:grpSp>
        <p:nvGrpSpPr>
          <p:cNvPr id="668" name="Google Shape;668;p75"/>
          <p:cNvGrpSpPr/>
          <p:nvPr/>
        </p:nvGrpSpPr>
        <p:grpSpPr>
          <a:xfrm rot="10800000">
            <a:off x="0" y="1674700"/>
            <a:ext cx="1786649" cy="3134153"/>
            <a:chOff x="7359160" y="0"/>
            <a:chExt cx="1786649" cy="3134153"/>
          </a:xfrm>
        </p:grpSpPr>
        <p:sp>
          <p:nvSpPr>
            <p:cNvPr id="669" name="Google Shape;669;p75"/>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0" name="Google Shape;670;p75"/>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7A59"/>
            </a:solidFill>
            <a:ln cap="flat" cmpd="sng" w="9525">
              <a:solidFill>
                <a:srgbClr val="FF7A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1" name="Google Shape;671;p75"/>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D44325"/>
            </a:solidFill>
            <a:ln cap="flat" cmpd="sng" w="9525">
              <a:solidFill>
                <a:srgbClr val="D443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2" name="Google Shape;672;p75"/>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F8933"/>
            </a:solidFill>
            <a:ln cap="flat" cmpd="sng" w="9525">
              <a:solidFill>
                <a:srgbClr val="FF8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673" name="Google Shape;673;p75"/>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674" name="Google Shape;674;p75"/>
          <p:cNvSpPr/>
          <p:nvPr/>
        </p:nvSpPr>
        <p:spPr>
          <a:xfrm>
            <a:off x="8078057" y="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rgbClr val="D4432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5" name="Google Shape;675;p75"/>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75"/>
          <p:cNvGrpSpPr/>
          <p:nvPr/>
        </p:nvGrpSpPr>
        <p:grpSpPr>
          <a:xfrm>
            <a:off x="8247715" y="4884429"/>
            <a:ext cx="648372" cy="183782"/>
            <a:chOff x="12596224" y="4969749"/>
            <a:chExt cx="2253641" cy="638797"/>
          </a:xfrm>
        </p:grpSpPr>
        <p:sp>
          <p:nvSpPr>
            <p:cNvPr id="677" name="Google Shape;677;p7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678" name="Google Shape;678;p7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Beige">
  <p:cSld name="BLANK_3_1_1_1_1_2_1_1_1_1_1_1_1_1_1_1_1_1_3_1_1_1_3">
    <p:bg>
      <p:bgPr>
        <a:solidFill>
          <a:schemeClr val="accent2"/>
        </a:solidFill>
      </p:bgPr>
    </p:bg>
    <p:spTree>
      <p:nvGrpSpPr>
        <p:cNvPr id="679" name="Shape 679"/>
        <p:cNvGrpSpPr/>
        <p:nvPr/>
      </p:nvGrpSpPr>
      <p:grpSpPr>
        <a:xfrm>
          <a:off x="0" y="0"/>
          <a:ext cx="0" cy="0"/>
          <a:chOff x="0" y="0"/>
          <a:chExt cx="0" cy="0"/>
        </a:xfrm>
      </p:grpSpPr>
      <p:sp>
        <p:nvSpPr>
          <p:cNvPr id="680" name="Google Shape;680;p76"/>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Beige 1">
  <p:cSld name="BLANK_3_1_1_1_1_2_1_1_1_1_1_1_1_1_1_1_1_1_3_1_1_1_1_1">
    <p:bg>
      <p:bgPr>
        <a:solidFill>
          <a:schemeClr val="accent2"/>
        </a:solidFill>
      </p:bgPr>
    </p:bg>
    <p:spTree>
      <p:nvGrpSpPr>
        <p:cNvPr id="681" name="Shape 681"/>
        <p:cNvGrpSpPr/>
        <p:nvPr/>
      </p:nvGrpSpPr>
      <p:grpSpPr>
        <a:xfrm>
          <a:off x="0" y="0"/>
          <a:ext cx="0" cy="0"/>
          <a:chOff x="0" y="0"/>
          <a:chExt cx="0" cy="0"/>
        </a:xfrm>
      </p:grpSpPr>
      <p:grpSp>
        <p:nvGrpSpPr>
          <p:cNvPr id="682" name="Google Shape;682;p77"/>
          <p:cNvGrpSpPr/>
          <p:nvPr/>
        </p:nvGrpSpPr>
        <p:grpSpPr>
          <a:xfrm flipH="1">
            <a:off x="-334" y="1456357"/>
            <a:ext cx="2294544" cy="3352454"/>
            <a:chOff x="6466673" y="899525"/>
            <a:chExt cx="2675541" cy="3909112"/>
          </a:xfrm>
        </p:grpSpPr>
        <p:sp>
          <p:nvSpPr>
            <p:cNvPr id="683" name="Google Shape;683;p77"/>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7"/>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5" name="Google Shape;685;p77"/>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6" name="Google Shape;686;p77"/>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7" name="Google Shape;687;p77"/>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8" name="Google Shape;688;p77"/>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9" name="Google Shape;689;p77"/>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0" name="Google Shape;690;p77"/>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1" name="Google Shape;691;p77"/>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2" name="Google Shape;692;p77"/>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3" name="Google Shape;693;p77"/>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4" name="Google Shape;694;p77"/>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5" name="Google Shape;695;p77"/>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6" name="Google Shape;696;p77"/>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7" name="Google Shape;697;p77"/>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8" name="Google Shape;698;p77"/>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9" name="Google Shape;699;p77"/>
            <p:cNvSpPr/>
            <p:nvPr/>
          </p:nvSpPr>
          <p:spPr>
            <a:xfrm flipH="1">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0" name="Google Shape;700;p77"/>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01" name="Google Shape;701;p77"/>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
        <p:nvSpPr>
          <p:cNvPr id="702" name="Google Shape;702;p7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3" name="Google Shape;703;p77"/>
          <p:cNvGrpSpPr/>
          <p:nvPr/>
        </p:nvGrpSpPr>
        <p:grpSpPr>
          <a:xfrm>
            <a:off x="8247715" y="4884429"/>
            <a:ext cx="648372" cy="183782"/>
            <a:chOff x="12596224" y="4969749"/>
            <a:chExt cx="2253641" cy="638797"/>
          </a:xfrm>
        </p:grpSpPr>
        <p:sp>
          <p:nvSpPr>
            <p:cNvPr id="704" name="Google Shape;704;p7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05" name="Google Shape;705;p7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Beige 2">
  <p:cSld name="BLANK_3_1_1_1_1_2_1_1_1_1_1_1_1_1_1_1_1_1_3_1_1_1_2_1">
    <p:bg>
      <p:bgPr>
        <a:solidFill>
          <a:schemeClr val="accent2"/>
        </a:solidFill>
      </p:bgPr>
    </p:bg>
    <p:spTree>
      <p:nvGrpSpPr>
        <p:cNvPr id="706" name="Shape 706"/>
        <p:cNvGrpSpPr/>
        <p:nvPr/>
      </p:nvGrpSpPr>
      <p:grpSpPr>
        <a:xfrm>
          <a:off x="0" y="0"/>
          <a:ext cx="0" cy="0"/>
          <a:chOff x="0" y="0"/>
          <a:chExt cx="0" cy="0"/>
        </a:xfrm>
      </p:grpSpPr>
      <p:grpSp>
        <p:nvGrpSpPr>
          <p:cNvPr id="707" name="Google Shape;707;p78"/>
          <p:cNvGrpSpPr/>
          <p:nvPr/>
        </p:nvGrpSpPr>
        <p:grpSpPr>
          <a:xfrm rot="10800000">
            <a:off x="0" y="1674700"/>
            <a:ext cx="1786649" cy="3134153"/>
            <a:chOff x="7359160" y="0"/>
            <a:chExt cx="1786649" cy="3134153"/>
          </a:xfrm>
        </p:grpSpPr>
        <p:sp>
          <p:nvSpPr>
            <p:cNvPr id="708" name="Google Shape;708;p78"/>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57D2D2"/>
            </a:solidFill>
            <a:ln cap="flat" cmpd="sng" w="9525">
              <a:solidFill>
                <a:srgbClr val="57D2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9" name="Google Shape;709;p78"/>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CD78"/>
            </a:solidFill>
            <a:ln cap="flat" cmpd="sng" w="9525">
              <a:solidFill>
                <a:srgbClr val="FFCD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0" name="Google Shape;710;p78"/>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1" name="Google Shape;711;p78"/>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12" name="Google Shape;712;p78"/>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
        <p:nvSpPr>
          <p:cNvPr id="713" name="Google Shape;713;p78"/>
          <p:cNvSpPr/>
          <p:nvPr/>
        </p:nvSpPr>
        <p:spPr>
          <a:xfrm>
            <a:off x="8078057" y="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4" name="Google Shape;714;p78"/>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78"/>
          <p:cNvGrpSpPr/>
          <p:nvPr/>
        </p:nvGrpSpPr>
        <p:grpSpPr>
          <a:xfrm>
            <a:off x="8247715" y="4884429"/>
            <a:ext cx="648372" cy="183782"/>
            <a:chOff x="12596224" y="4969749"/>
            <a:chExt cx="2253641" cy="638797"/>
          </a:xfrm>
        </p:grpSpPr>
        <p:sp>
          <p:nvSpPr>
            <p:cNvPr id="716" name="Google Shape;716;p7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17" name="Google Shape;717;p7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p:cSld name="BLANK_3_1_1_1_1_2_1_1_1_1_1_1_1_1_1_1_1_1_3_1_1_1">
    <p:bg>
      <p:bgPr>
        <a:solidFill>
          <a:schemeClr val="lt1"/>
        </a:solidFill>
      </p:bgPr>
    </p:bg>
    <p:spTree>
      <p:nvGrpSpPr>
        <p:cNvPr id="718" name="Shape 718"/>
        <p:cNvGrpSpPr/>
        <p:nvPr/>
      </p:nvGrpSpPr>
      <p:grpSpPr>
        <a:xfrm>
          <a:off x="0" y="0"/>
          <a:ext cx="0" cy="0"/>
          <a:chOff x="0" y="0"/>
          <a:chExt cx="0" cy="0"/>
        </a:xfrm>
      </p:grpSpPr>
      <p:sp>
        <p:nvSpPr>
          <p:cNvPr id="719" name="Google Shape;719;p79"/>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1">
  <p:cSld name="BLANK_3_1_1_1_1_2_1_1_1_1_1_1_1_1_1_1_1_1_3_1_1_1_1">
    <p:bg>
      <p:bgPr>
        <a:solidFill>
          <a:schemeClr val="lt1"/>
        </a:solidFill>
      </p:bgPr>
    </p:bg>
    <p:spTree>
      <p:nvGrpSpPr>
        <p:cNvPr id="720" name="Shape 720"/>
        <p:cNvGrpSpPr/>
        <p:nvPr/>
      </p:nvGrpSpPr>
      <p:grpSpPr>
        <a:xfrm>
          <a:off x="0" y="0"/>
          <a:ext cx="0" cy="0"/>
          <a:chOff x="0" y="0"/>
          <a:chExt cx="0" cy="0"/>
        </a:xfrm>
      </p:grpSpPr>
      <p:grpSp>
        <p:nvGrpSpPr>
          <p:cNvPr id="721" name="Google Shape;721;p80"/>
          <p:cNvGrpSpPr/>
          <p:nvPr/>
        </p:nvGrpSpPr>
        <p:grpSpPr>
          <a:xfrm flipH="1">
            <a:off x="-334" y="1456357"/>
            <a:ext cx="2294544" cy="3352454"/>
            <a:chOff x="6466673" y="899525"/>
            <a:chExt cx="2675541" cy="3909112"/>
          </a:xfrm>
        </p:grpSpPr>
        <p:sp>
          <p:nvSpPr>
            <p:cNvPr id="722" name="Google Shape;722;p80"/>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0"/>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4" name="Google Shape;724;p80"/>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5" name="Google Shape;725;p80"/>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6" name="Google Shape;726;p80"/>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7" name="Google Shape;727;p80"/>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8" name="Google Shape;728;p80"/>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9" name="Google Shape;729;p80"/>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0" name="Google Shape;730;p80"/>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1" name="Google Shape;731;p80"/>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2" name="Google Shape;732;p80"/>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3" name="Google Shape;733;p80"/>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4" name="Google Shape;734;p80"/>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5" name="Google Shape;735;p80"/>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6" name="Google Shape;736;p80"/>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7" name="Google Shape;737;p80"/>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p80"/>
            <p:cNvSpPr/>
            <p:nvPr/>
          </p:nvSpPr>
          <p:spPr>
            <a:xfrm flipH="1">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9" name="Google Shape;739;p80"/>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40" name="Google Shape;740;p80"/>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
        <p:nvSpPr>
          <p:cNvPr id="741" name="Google Shape;741;p80"/>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2" name="Google Shape;742;p80"/>
          <p:cNvGrpSpPr/>
          <p:nvPr/>
        </p:nvGrpSpPr>
        <p:grpSpPr>
          <a:xfrm>
            <a:off x="8247715" y="4884429"/>
            <a:ext cx="648372" cy="183782"/>
            <a:chOff x="12596224" y="4969749"/>
            <a:chExt cx="2253641" cy="638797"/>
          </a:xfrm>
        </p:grpSpPr>
        <p:sp>
          <p:nvSpPr>
            <p:cNvPr id="743" name="Google Shape;743;p8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44" name="Google Shape;744;p8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2">
  <p:cSld name="BLANK_3_1_1_1_1_2_1_1_1_1_1_1_1_1_1_1_1_1_3_1_1_1_2">
    <p:bg>
      <p:bgPr>
        <a:solidFill>
          <a:schemeClr val="lt1"/>
        </a:solidFill>
      </p:bgPr>
    </p:bg>
    <p:spTree>
      <p:nvGrpSpPr>
        <p:cNvPr id="745" name="Shape 745"/>
        <p:cNvGrpSpPr/>
        <p:nvPr/>
      </p:nvGrpSpPr>
      <p:grpSpPr>
        <a:xfrm>
          <a:off x="0" y="0"/>
          <a:ext cx="0" cy="0"/>
          <a:chOff x="0" y="0"/>
          <a:chExt cx="0" cy="0"/>
        </a:xfrm>
      </p:grpSpPr>
      <p:grpSp>
        <p:nvGrpSpPr>
          <p:cNvPr id="746" name="Google Shape;746;p81"/>
          <p:cNvGrpSpPr/>
          <p:nvPr/>
        </p:nvGrpSpPr>
        <p:grpSpPr>
          <a:xfrm rot="10800000">
            <a:off x="0" y="1674700"/>
            <a:ext cx="1786649" cy="3134153"/>
            <a:chOff x="7359160" y="0"/>
            <a:chExt cx="1786649" cy="3134153"/>
          </a:xfrm>
        </p:grpSpPr>
        <p:sp>
          <p:nvSpPr>
            <p:cNvPr id="747" name="Google Shape;747;p81"/>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FCEAD7"/>
            </a:solidFill>
            <a:ln cap="flat" cmpd="sng" w="9525">
              <a:solidFill>
                <a:srgbClr val="FCEAD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8" name="Google Shape;748;p81"/>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FF7A59"/>
            </a:solidFill>
            <a:ln cap="flat" cmpd="sng" w="9525">
              <a:solidFill>
                <a:srgbClr val="FF7A5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9" name="Google Shape;749;p81"/>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D44325"/>
            </a:solidFill>
            <a:ln cap="flat" cmpd="sng" w="9525">
              <a:solidFill>
                <a:srgbClr val="D443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0" name="Google Shape;750;p81"/>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51" name="Google Shape;751;p81"/>
          <p:cNvSpPr/>
          <p:nvPr/>
        </p:nvSpPr>
        <p:spPr>
          <a:xfrm>
            <a:off x="8078057" y="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2" name="Google Shape;752;p81"/>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3" name="Google Shape;753;p81"/>
          <p:cNvGrpSpPr/>
          <p:nvPr/>
        </p:nvGrpSpPr>
        <p:grpSpPr>
          <a:xfrm>
            <a:off x="8247715" y="4884429"/>
            <a:ext cx="648372" cy="183782"/>
            <a:chOff x="12596224" y="4969749"/>
            <a:chExt cx="2253641" cy="638797"/>
          </a:xfrm>
        </p:grpSpPr>
        <p:sp>
          <p:nvSpPr>
            <p:cNvPr id="754" name="Google Shape;754;p8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55" name="Google Shape;755;p8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Navy">
  <p:cSld name="BLANK_3_1_1_1_1_2_1_1_1_1_1_1_1_1_1_1_1_1_3_1">
    <p:bg>
      <p:bgPr>
        <a:solidFill>
          <a:srgbClr val="213343"/>
        </a:solidFill>
      </p:bgPr>
    </p:bg>
    <p:spTree>
      <p:nvGrpSpPr>
        <p:cNvPr id="756" name="Shape 756"/>
        <p:cNvGrpSpPr/>
        <p:nvPr/>
      </p:nvGrpSpPr>
      <p:grpSpPr>
        <a:xfrm>
          <a:off x="0" y="0"/>
          <a:ext cx="0" cy="0"/>
          <a:chOff x="0" y="0"/>
          <a:chExt cx="0" cy="0"/>
        </a:xfrm>
      </p:grpSpPr>
      <p:sp>
        <p:nvSpPr>
          <p:cNvPr id="757" name="Google Shape;757;p82"/>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Navy 1">
  <p:cSld name="BLANK_3_1_1_1_1_2_1_1_1_1_1_1_1_1_1_1_1_1_3_1_5">
    <p:bg>
      <p:bgPr>
        <a:solidFill>
          <a:srgbClr val="213343"/>
        </a:solidFill>
      </p:bgPr>
    </p:bg>
    <p:spTree>
      <p:nvGrpSpPr>
        <p:cNvPr id="758" name="Shape 758"/>
        <p:cNvGrpSpPr/>
        <p:nvPr/>
      </p:nvGrpSpPr>
      <p:grpSpPr>
        <a:xfrm>
          <a:off x="0" y="0"/>
          <a:ext cx="0" cy="0"/>
          <a:chOff x="0" y="0"/>
          <a:chExt cx="0" cy="0"/>
        </a:xfrm>
      </p:grpSpPr>
      <p:grpSp>
        <p:nvGrpSpPr>
          <p:cNvPr id="759" name="Google Shape;759;p83"/>
          <p:cNvGrpSpPr/>
          <p:nvPr/>
        </p:nvGrpSpPr>
        <p:grpSpPr>
          <a:xfrm flipH="1">
            <a:off x="-334" y="1456357"/>
            <a:ext cx="2294544" cy="3352454"/>
            <a:chOff x="6466673" y="899525"/>
            <a:chExt cx="2675541" cy="3909112"/>
          </a:xfrm>
        </p:grpSpPr>
        <p:sp>
          <p:nvSpPr>
            <p:cNvPr id="760" name="Google Shape;760;p83"/>
            <p:cNvSpPr/>
            <p:nvPr/>
          </p:nvSpPr>
          <p:spPr>
            <a:xfrm>
              <a:off x="8165976" y="2851392"/>
              <a:ext cx="976200" cy="978600"/>
            </a:xfrm>
            <a:prstGeom prst="rect">
              <a:avLst/>
            </a:prstGeom>
            <a:solidFill>
              <a:srgbClr val="FFCD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3"/>
            <p:cNvSpPr/>
            <p:nvPr/>
          </p:nvSpPr>
          <p:spPr>
            <a:xfrm flipH="1">
              <a:off x="8166286" y="899525"/>
              <a:ext cx="488153" cy="499028"/>
            </a:xfrm>
            <a:custGeom>
              <a:rect b="b" l="l" r="r" t="t"/>
              <a:pathLst>
                <a:path extrusionOk="0" h="483320" w="483320">
                  <a:moveTo>
                    <a:pt x="0" y="0"/>
                  </a:moveTo>
                  <a:lnTo>
                    <a:pt x="483321" y="0"/>
                  </a:lnTo>
                  <a:lnTo>
                    <a:pt x="483321" y="483321"/>
                  </a:lnTo>
                  <a:lnTo>
                    <a:pt x="0" y="483321"/>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2" name="Google Shape;762;p83"/>
            <p:cNvSpPr/>
            <p:nvPr/>
          </p:nvSpPr>
          <p:spPr>
            <a:xfrm flipH="1">
              <a:off x="8654061" y="899525"/>
              <a:ext cx="488153" cy="499028"/>
            </a:xfrm>
            <a:custGeom>
              <a:rect b="b" l="l" r="r" t="t"/>
              <a:pathLst>
                <a:path extrusionOk="0" h="483320" w="483320">
                  <a:moveTo>
                    <a:pt x="0" y="0"/>
                  </a:moveTo>
                  <a:lnTo>
                    <a:pt x="483321" y="0"/>
                  </a:lnTo>
                  <a:lnTo>
                    <a:pt x="483321" y="483321"/>
                  </a:lnTo>
                  <a:lnTo>
                    <a:pt x="0" y="483321"/>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3" name="Google Shape;763;p83"/>
            <p:cNvSpPr/>
            <p:nvPr/>
          </p:nvSpPr>
          <p:spPr>
            <a:xfrm flipH="1">
              <a:off x="8163623" y="3830084"/>
              <a:ext cx="978553" cy="978553"/>
            </a:xfrm>
            <a:custGeom>
              <a:rect b="b" l="l" r="r" t="t"/>
              <a:pathLst>
                <a:path extrusionOk="0" h="966472" w="966472">
                  <a:moveTo>
                    <a:pt x="0" y="0"/>
                  </a:moveTo>
                  <a:cubicBezTo>
                    <a:pt x="533769" y="0"/>
                    <a:pt x="966473" y="432703"/>
                    <a:pt x="966473" y="966473"/>
                  </a:cubicBezTo>
                  <a:lnTo>
                    <a:pt x="0" y="96647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4" name="Google Shape;764;p83"/>
            <p:cNvSpPr/>
            <p:nvPr/>
          </p:nvSpPr>
          <p:spPr>
            <a:xfrm flipH="1">
              <a:off x="8652871" y="4319332"/>
              <a:ext cx="489305" cy="489305"/>
            </a:xfrm>
            <a:custGeom>
              <a:rect b="b" l="l" r="r" t="t"/>
              <a:pathLst>
                <a:path extrusionOk="0" h="483264" w="483264">
                  <a:moveTo>
                    <a:pt x="0" y="0"/>
                  </a:moveTo>
                  <a:cubicBezTo>
                    <a:pt x="266913" y="0"/>
                    <a:pt x="483265" y="216352"/>
                    <a:pt x="483265" y="483265"/>
                  </a:cubicBezTo>
                  <a:lnTo>
                    <a:pt x="0" y="483265"/>
                  </a:lnTo>
                  <a:lnTo>
                    <a:pt x="0"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5" name="Google Shape;765;p83"/>
            <p:cNvSpPr/>
            <p:nvPr/>
          </p:nvSpPr>
          <p:spPr>
            <a:xfrm flipH="1">
              <a:off x="6466673" y="4084583"/>
              <a:ext cx="722245" cy="722245"/>
            </a:xfrm>
            <a:custGeom>
              <a:rect b="b" l="l" r="r" t="t"/>
              <a:pathLst>
                <a:path extrusionOk="0" h="713328" w="713328">
                  <a:moveTo>
                    <a:pt x="0" y="0"/>
                  </a:moveTo>
                  <a:cubicBezTo>
                    <a:pt x="393993" y="0"/>
                    <a:pt x="713329" y="319392"/>
                    <a:pt x="713329" y="713329"/>
                  </a:cubicBezTo>
                  <a:lnTo>
                    <a:pt x="0" y="713329"/>
                  </a:lnTo>
                  <a:lnTo>
                    <a:pt x="0" y="0"/>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6" name="Google Shape;766;p83"/>
            <p:cNvSpPr/>
            <p:nvPr/>
          </p:nvSpPr>
          <p:spPr>
            <a:xfrm flipH="1">
              <a:off x="8166636" y="2851392"/>
              <a:ext cx="975540" cy="975540"/>
            </a:xfrm>
            <a:custGeom>
              <a:rect b="b" l="l" r="r" t="t"/>
              <a:pathLst>
                <a:path extrusionOk="0" h="968278" w="968278">
                  <a:moveTo>
                    <a:pt x="0" y="968278"/>
                  </a:moveTo>
                  <a:lnTo>
                    <a:pt x="968278" y="0"/>
                  </a:lnTo>
                  <a:lnTo>
                    <a:pt x="0" y="0"/>
                  </a:lnTo>
                  <a:lnTo>
                    <a:pt x="0" y="968278"/>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7" name="Google Shape;767;p83"/>
            <p:cNvSpPr/>
            <p:nvPr/>
          </p:nvSpPr>
          <p:spPr>
            <a:xfrm flipH="1">
              <a:off x="7189773" y="1387766"/>
              <a:ext cx="486888" cy="488097"/>
            </a:xfrm>
            <a:custGeom>
              <a:rect b="b" l="l" r="r" t="t"/>
              <a:pathLst>
                <a:path extrusionOk="0" h="483264" w="483264">
                  <a:moveTo>
                    <a:pt x="483264" y="0"/>
                  </a:moveTo>
                  <a:cubicBezTo>
                    <a:pt x="216352" y="0"/>
                    <a:pt x="0" y="216352"/>
                    <a:pt x="0" y="483265"/>
                  </a:cubicBezTo>
                  <a:lnTo>
                    <a:pt x="483264" y="483265"/>
                  </a:lnTo>
                  <a:lnTo>
                    <a:pt x="483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8" name="Google Shape;768;p83"/>
            <p:cNvSpPr/>
            <p:nvPr/>
          </p:nvSpPr>
          <p:spPr>
            <a:xfrm flipH="1">
              <a:off x="8166286" y="1387672"/>
              <a:ext cx="488153" cy="488153"/>
            </a:xfrm>
            <a:custGeom>
              <a:rect b="b" l="l" r="r" t="t"/>
              <a:pathLst>
                <a:path extrusionOk="0" h="483320" w="483320">
                  <a:moveTo>
                    <a:pt x="0" y="0"/>
                  </a:moveTo>
                  <a:lnTo>
                    <a:pt x="483321" y="0"/>
                  </a:lnTo>
                  <a:lnTo>
                    <a:pt x="483321" y="483321"/>
                  </a:lnTo>
                  <a:lnTo>
                    <a:pt x="0" y="48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9" name="Google Shape;769;p83"/>
            <p:cNvSpPr/>
            <p:nvPr/>
          </p:nvSpPr>
          <p:spPr>
            <a:xfrm flipH="1">
              <a:off x="8654061" y="1387672"/>
              <a:ext cx="488153" cy="488153"/>
            </a:xfrm>
            <a:custGeom>
              <a:rect b="b" l="l" r="r" t="t"/>
              <a:pathLst>
                <a:path extrusionOk="0" h="483320" w="483320">
                  <a:moveTo>
                    <a:pt x="0" y="0"/>
                  </a:moveTo>
                  <a:lnTo>
                    <a:pt x="483321" y="0"/>
                  </a:lnTo>
                  <a:lnTo>
                    <a:pt x="483321" y="483321"/>
                  </a:lnTo>
                  <a:lnTo>
                    <a:pt x="0" y="483321"/>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0" name="Google Shape;770;p83"/>
            <p:cNvSpPr/>
            <p:nvPr/>
          </p:nvSpPr>
          <p:spPr>
            <a:xfrm flipH="1">
              <a:off x="7727861" y="1106740"/>
              <a:ext cx="171347" cy="342125"/>
            </a:xfrm>
            <a:custGeom>
              <a:rect b="b" l="l" r="r" t="t"/>
              <a:pathLst>
                <a:path extrusionOk="0" h="337901" w="169232">
                  <a:moveTo>
                    <a:pt x="0" y="168951"/>
                  </a:moveTo>
                  <a:lnTo>
                    <a:pt x="168951" y="168951"/>
                  </a:lnTo>
                  <a:cubicBezTo>
                    <a:pt x="168951" y="262286"/>
                    <a:pt x="93278" y="337901"/>
                    <a:pt x="0" y="337901"/>
                  </a:cubicBezTo>
                  <a:lnTo>
                    <a:pt x="0" y="168951"/>
                  </a:lnTo>
                  <a:close/>
                  <a:moveTo>
                    <a:pt x="282" y="0"/>
                  </a:moveTo>
                  <a:lnTo>
                    <a:pt x="282" y="168951"/>
                  </a:lnTo>
                  <a:lnTo>
                    <a:pt x="169233" y="168951"/>
                  </a:lnTo>
                  <a:cubicBezTo>
                    <a:pt x="169233" y="75616"/>
                    <a:pt x="93561" y="0"/>
                    <a:pt x="282" y="0"/>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1" name="Google Shape;771;p83"/>
            <p:cNvSpPr/>
            <p:nvPr/>
          </p:nvSpPr>
          <p:spPr>
            <a:xfrm flipH="1">
              <a:off x="7899142" y="1106748"/>
              <a:ext cx="171347" cy="342125"/>
            </a:xfrm>
            <a:custGeom>
              <a:rect b="b" l="l" r="r" t="t"/>
              <a:pathLst>
                <a:path extrusionOk="0" h="337901" w="169232">
                  <a:moveTo>
                    <a:pt x="169233" y="337901"/>
                  </a:moveTo>
                  <a:cubicBezTo>
                    <a:pt x="75898" y="337901"/>
                    <a:pt x="282" y="262229"/>
                    <a:pt x="282" y="168951"/>
                  </a:cubicBezTo>
                  <a:lnTo>
                    <a:pt x="169233" y="168951"/>
                  </a:lnTo>
                  <a:lnTo>
                    <a:pt x="169233" y="337901"/>
                  </a:lnTo>
                  <a:close/>
                  <a:moveTo>
                    <a:pt x="0" y="168951"/>
                  </a:moveTo>
                  <a:lnTo>
                    <a:pt x="168951" y="168951"/>
                  </a:lnTo>
                  <a:lnTo>
                    <a:pt x="168951" y="0"/>
                  </a:lnTo>
                  <a:cubicBezTo>
                    <a:pt x="75616" y="0"/>
                    <a:pt x="0" y="75672"/>
                    <a:pt x="0" y="168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2" name="Google Shape;772;p83"/>
            <p:cNvSpPr/>
            <p:nvPr/>
          </p:nvSpPr>
          <p:spPr>
            <a:xfrm flipH="1">
              <a:off x="7189800" y="1875417"/>
              <a:ext cx="976137" cy="976137"/>
            </a:xfrm>
            <a:custGeom>
              <a:rect b="b" l="l" r="r" t="t"/>
              <a:pathLst>
                <a:path extrusionOk="0" h="966472" w="966472">
                  <a:moveTo>
                    <a:pt x="0" y="966473"/>
                  </a:moveTo>
                  <a:cubicBezTo>
                    <a:pt x="533769" y="966473"/>
                    <a:pt x="966473" y="533769"/>
                    <a:pt x="966473" y="0"/>
                  </a:cubicBezTo>
                  <a:lnTo>
                    <a:pt x="0" y="0"/>
                  </a:lnTo>
                  <a:lnTo>
                    <a:pt x="0" y="966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3" name="Google Shape;773;p83"/>
            <p:cNvSpPr/>
            <p:nvPr/>
          </p:nvSpPr>
          <p:spPr>
            <a:xfrm flipH="1">
              <a:off x="7676140" y="1875359"/>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4" name="Google Shape;774;p83"/>
            <p:cNvSpPr/>
            <p:nvPr/>
          </p:nvSpPr>
          <p:spPr>
            <a:xfrm flipH="1">
              <a:off x="8166039" y="1875417"/>
              <a:ext cx="976137" cy="976137"/>
            </a:xfrm>
            <a:custGeom>
              <a:rect b="b" l="l" r="r" t="t"/>
              <a:pathLst>
                <a:path extrusionOk="0" h="966472" w="966472">
                  <a:moveTo>
                    <a:pt x="966473" y="966473"/>
                  </a:moveTo>
                  <a:cubicBezTo>
                    <a:pt x="432703" y="966473"/>
                    <a:pt x="0" y="533769"/>
                    <a:pt x="0" y="0"/>
                  </a:cubicBezTo>
                  <a:lnTo>
                    <a:pt x="966473" y="0"/>
                  </a:lnTo>
                  <a:lnTo>
                    <a:pt x="966473" y="966473"/>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5" name="Google Shape;775;p83"/>
            <p:cNvSpPr/>
            <p:nvPr/>
          </p:nvSpPr>
          <p:spPr>
            <a:xfrm flipH="1">
              <a:off x="8165823" y="1875417"/>
              <a:ext cx="488097" cy="488097"/>
            </a:xfrm>
            <a:custGeom>
              <a:rect b="b" l="l" r="r" t="t"/>
              <a:pathLst>
                <a:path extrusionOk="0" h="483264" w="483264">
                  <a:moveTo>
                    <a:pt x="0" y="0"/>
                  </a:moveTo>
                  <a:cubicBezTo>
                    <a:pt x="0" y="266913"/>
                    <a:pt x="216352" y="483264"/>
                    <a:pt x="483265" y="483264"/>
                  </a:cubicBezTo>
                  <a:lnTo>
                    <a:pt x="483265"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6" name="Google Shape;776;p83"/>
            <p:cNvSpPr/>
            <p:nvPr/>
          </p:nvSpPr>
          <p:spPr>
            <a:xfrm flipH="1">
              <a:off x="7185913" y="2851392"/>
              <a:ext cx="980381" cy="1957221"/>
            </a:xfrm>
            <a:custGeom>
              <a:rect b="b" l="l" r="r" t="t"/>
              <a:pathLst>
                <a:path extrusionOk="0" h="1933058" w="968278">
                  <a:moveTo>
                    <a:pt x="966473" y="964780"/>
                  </a:moveTo>
                  <a:cubicBezTo>
                    <a:pt x="965570" y="431801"/>
                    <a:pt x="533205" y="0"/>
                    <a:pt x="0" y="0"/>
                  </a:cubicBezTo>
                  <a:lnTo>
                    <a:pt x="0" y="1933058"/>
                  </a:lnTo>
                  <a:lnTo>
                    <a:pt x="968278" y="1933058"/>
                  </a:lnTo>
                  <a:lnTo>
                    <a:pt x="968278" y="964780"/>
                  </a:lnTo>
                  <a:lnTo>
                    <a:pt x="966473" y="9647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7" name="Google Shape;777;p83"/>
            <p:cNvSpPr/>
            <p:nvPr/>
          </p:nvSpPr>
          <p:spPr>
            <a:xfrm flipH="1">
              <a:off x="7677840" y="1875417"/>
              <a:ext cx="488097" cy="488097"/>
            </a:xfrm>
            <a:custGeom>
              <a:rect b="b" l="l" r="r" t="t"/>
              <a:pathLst>
                <a:path extrusionOk="0" h="483264" w="483264">
                  <a:moveTo>
                    <a:pt x="0" y="483265"/>
                  </a:moveTo>
                  <a:cubicBezTo>
                    <a:pt x="266913" y="483265"/>
                    <a:pt x="483265" y="266913"/>
                    <a:pt x="483265" y="0"/>
                  </a:cubicBezTo>
                  <a:lnTo>
                    <a:pt x="0" y="0"/>
                  </a:lnTo>
                  <a:lnTo>
                    <a:pt x="0" y="483265"/>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78" name="Google Shape;778;p83"/>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779" name="Google Shape;779;p8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83"/>
          <p:cNvGrpSpPr/>
          <p:nvPr/>
        </p:nvGrpSpPr>
        <p:grpSpPr>
          <a:xfrm>
            <a:off x="8247715" y="4884429"/>
            <a:ext cx="648372" cy="183782"/>
            <a:chOff x="12596224" y="4969749"/>
            <a:chExt cx="2253641" cy="638797"/>
          </a:xfrm>
        </p:grpSpPr>
        <p:sp>
          <p:nvSpPr>
            <p:cNvPr id="781" name="Google Shape;781;p8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82" name="Google Shape;782;p8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Navy 2">
  <p:cSld name="BLANK_3_1_1_1_1_2_1_1_1_1_1_1_1_1_1_1_1_1_3_1_6">
    <p:bg>
      <p:bgPr>
        <a:solidFill>
          <a:srgbClr val="213343"/>
        </a:solidFill>
      </p:bgPr>
    </p:bg>
    <p:spTree>
      <p:nvGrpSpPr>
        <p:cNvPr id="783" name="Shape 783"/>
        <p:cNvGrpSpPr/>
        <p:nvPr/>
      </p:nvGrpSpPr>
      <p:grpSpPr>
        <a:xfrm>
          <a:off x="0" y="0"/>
          <a:ext cx="0" cy="0"/>
          <a:chOff x="0" y="0"/>
          <a:chExt cx="0" cy="0"/>
        </a:xfrm>
      </p:grpSpPr>
      <p:grpSp>
        <p:nvGrpSpPr>
          <p:cNvPr id="784" name="Google Shape;784;p84"/>
          <p:cNvGrpSpPr/>
          <p:nvPr/>
        </p:nvGrpSpPr>
        <p:grpSpPr>
          <a:xfrm rot="10800000">
            <a:off x="0" y="1674700"/>
            <a:ext cx="1786649" cy="3134153"/>
            <a:chOff x="7359160" y="0"/>
            <a:chExt cx="1786649" cy="3134153"/>
          </a:xfrm>
        </p:grpSpPr>
        <p:sp>
          <p:nvSpPr>
            <p:cNvPr id="785" name="Google Shape;785;p84"/>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0B8484"/>
            </a:solidFill>
            <a:ln cap="flat" cmpd="sng" w="9525">
              <a:solidFill>
                <a:srgbClr val="0B84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p84"/>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B7ECEC"/>
            </a:solidFill>
            <a:ln cap="flat" cmpd="sng" w="9525">
              <a:solidFill>
                <a:srgbClr val="B7EC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7" name="Google Shape;787;p84"/>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0FBFBF"/>
            </a:solidFill>
            <a:ln cap="flat" cmpd="sng" w="9525">
              <a:solidFill>
                <a:srgbClr val="0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8" name="Google Shape;788;p84"/>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FCD78"/>
            </a:solidFill>
            <a:ln cap="flat" cmpd="sng" w="9525">
              <a:solidFill>
                <a:srgbClr val="FFCD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789" name="Google Shape;789;p84"/>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790" name="Google Shape;790;p84"/>
          <p:cNvSpPr/>
          <p:nvPr/>
        </p:nvSpPr>
        <p:spPr>
          <a:xfrm>
            <a:off x="8078057" y="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1" name="Google Shape;791;p84"/>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2" name="Google Shape;792;p84"/>
          <p:cNvGrpSpPr/>
          <p:nvPr/>
        </p:nvGrpSpPr>
        <p:grpSpPr>
          <a:xfrm>
            <a:off x="8247715" y="4884429"/>
            <a:ext cx="648372" cy="183782"/>
            <a:chOff x="12596224" y="4969749"/>
            <a:chExt cx="2253641" cy="638797"/>
          </a:xfrm>
        </p:grpSpPr>
        <p:sp>
          <p:nvSpPr>
            <p:cNvPr id="793" name="Google Shape;793;p8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794" name="Google Shape;794;p8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with Orange Banner">
  <p:cSld name="BLANK_3_1_1_1_1_2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85"/>
          <p:cNvSpPr/>
          <p:nvPr/>
        </p:nvSpPr>
        <p:spPr>
          <a:xfrm>
            <a:off x="0" y="0"/>
            <a:ext cx="9144000" cy="1532700"/>
          </a:xfrm>
          <a:prstGeom prst="rect">
            <a:avLst/>
          </a:prstGeom>
          <a:solidFill>
            <a:srgbClr val="213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7" name="Google Shape;797;p85"/>
          <p:cNvSpPr txBox="1"/>
          <p:nvPr>
            <p:ph type="title"/>
          </p:nvPr>
        </p:nvSpPr>
        <p:spPr>
          <a:xfrm>
            <a:off x="311700" y="479991"/>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600"/>
              <a:buNone/>
              <a:defRPr b="0" i="0" sz="3600">
                <a:solidFill>
                  <a:schemeClr val="lt1"/>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800"/>
              <a:buNone/>
              <a:defRPr sz="3800">
                <a:solidFill>
                  <a:srgbClr val="FFFFFF"/>
                </a:solidFill>
              </a:defRPr>
            </a:lvl2pPr>
            <a:lvl3pPr lvl="2" rtl="0" algn="ctr">
              <a:lnSpc>
                <a:spcPct val="100000"/>
              </a:lnSpc>
              <a:spcBef>
                <a:spcPts val="0"/>
              </a:spcBef>
              <a:spcAft>
                <a:spcPts val="0"/>
              </a:spcAft>
              <a:buSzPts val="2800"/>
              <a:buNone/>
              <a:defRPr sz="3800">
                <a:solidFill>
                  <a:srgbClr val="FFFFFF"/>
                </a:solidFill>
              </a:defRPr>
            </a:lvl3pPr>
            <a:lvl4pPr lvl="3" rtl="0" algn="ctr">
              <a:lnSpc>
                <a:spcPct val="100000"/>
              </a:lnSpc>
              <a:spcBef>
                <a:spcPts val="0"/>
              </a:spcBef>
              <a:spcAft>
                <a:spcPts val="0"/>
              </a:spcAft>
              <a:buSzPts val="2800"/>
              <a:buNone/>
              <a:defRPr sz="3800">
                <a:solidFill>
                  <a:srgbClr val="FFFFFF"/>
                </a:solidFill>
              </a:defRPr>
            </a:lvl4pPr>
            <a:lvl5pPr lvl="4" rtl="0" algn="ctr">
              <a:lnSpc>
                <a:spcPct val="100000"/>
              </a:lnSpc>
              <a:spcBef>
                <a:spcPts val="0"/>
              </a:spcBef>
              <a:spcAft>
                <a:spcPts val="0"/>
              </a:spcAft>
              <a:buSzPts val="2800"/>
              <a:buNone/>
              <a:defRPr sz="3800">
                <a:solidFill>
                  <a:srgbClr val="FFFFFF"/>
                </a:solidFill>
              </a:defRPr>
            </a:lvl5pPr>
            <a:lvl6pPr lvl="5" rtl="0" algn="ctr">
              <a:lnSpc>
                <a:spcPct val="100000"/>
              </a:lnSpc>
              <a:spcBef>
                <a:spcPts val="0"/>
              </a:spcBef>
              <a:spcAft>
                <a:spcPts val="0"/>
              </a:spcAft>
              <a:buSzPts val="2800"/>
              <a:buNone/>
              <a:defRPr sz="3800">
                <a:solidFill>
                  <a:srgbClr val="FFFFFF"/>
                </a:solidFill>
              </a:defRPr>
            </a:lvl6pPr>
            <a:lvl7pPr lvl="6" rtl="0" algn="ctr">
              <a:lnSpc>
                <a:spcPct val="100000"/>
              </a:lnSpc>
              <a:spcBef>
                <a:spcPts val="0"/>
              </a:spcBef>
              <a:spcAft>
                <a:spcPts val="0"/>
              </a:spcAft>
              <a:buSzPts val="2800"/>
              <a:buNone/>
              <a:defRPr sz="3800">
                <a:solidFill>
                  <a:srgbClr val="FFFFFF"/>
                </a:solidFill>
              </a:defRPr>
            </a:lvl7pPr>
            <a:lvl8pPr lvl="7" rtl="0" algn="ctr">
              <a:lnSpc>
                <a:spcPct val="100000"/>
              </a:lnSpc>
              <a:spcBef>
                <a:spcPts val="0"/>
              </a:spcBef>
              <a:spcAft>
                <a:spcPts val="0"/>
              </a:spcAft>
              <a:buSzPts val="2800"/>
              <a:buNone/>
              <a:defRPr sz="3800">
                <a:solidFill>
                  <a:srgbClr val="FFFFFF"/>
                </a:solidFill>
              </a:defRPr>
            </a:lvl8pPr>
            <a:lvl9pPr lvl="8" rtl="0" algn="ctr">
              <a:lnSpc>
                <a:spcPct val="100000"/>
              </a:lnSpc>
              <a:spcBef>
                <a:spcPts val="0"/>
              </a:spcBef>
              <a:spcAft>
                <a:spcPts val="0"/>
              </a:spcAft>
              <a:buSzPts val="2800"/>
              <a:buNone/>
              <a:defRPr sz="3800">
                <a:solidFill>
                  <a:srgbClr val="FFFFFF"/>
                </a:solidFill>
              </a:defRPr>
            </a:lvl9pPr>
          </a:lstStyle>
          <a:p/>
        </p:txBody>
      </p:sp>
      <p:sp>
        <p:nvSpPr>
          <p:cNvPr id="798" name="Google Shape;798;p85"/>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9" name="Google Shape;799;p85"/>
          <p:cNvGrpSpPr/>
          <p:nvPr/>
        </p:nvGrpSpPr>
        <p:grpSpPr>
          <a:xfrm>
            <a:off x="8247715" y="4884429"/>
            <a:ext cx="648372" cy="183782"/>
            <a:chOff x="12596224" y="4969749"/>
            <a:chExt cx="2253641" cy="638797"/>
          </a:xfrm>
        </p:grpSpPr>
        <p:sp>
          <p:nvSpPr>
            <p:cNvPr id="800" name="Google Shape;800;p8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01" name="Google Shape;801;p8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White Banner">
  <p:cSld name="BLANK_3_1_1_1_1_2_1_1_1_1_1_1_1_1_1_1_1_1_1_1">
    <p:bg>
      <p:bgPr>
        <a:solidFill>
          <a:srgbClr val="213343"/>
        </a:solidFill>
      </p:bgPr>
    </p:bg>
    <p:spTree>
      <p:nvGrpSpPr>
        <p:cNvPr id="802" name="Shape 802"/>
        <p:cNvGrpSpPr/>
        <p:nvPr/>
      </p:nvGrpSpPr>
      <p:grpSpPr>
        <a:xfrm>
          <a:off x="0" y="0"/>
          <a:ext cx="0" cy="0"/>
          <a:chOff x="0" y="0"/>
          <a:chExt cx="0" cy="0"/>
        </a:xfrm>
      </p:grpSpPr>
      <p:sp>
        <p:nvSpPr>
          <p:cNvPr id="803" name="Google Shape;803;p86"/>
          <p:cNvSpPr/>
          <p:nvPr/>
        </p:nvSpPr>
        <p:spPr>
          <a:xfrm>
            <a:off x="0" y="0"/>
            <a:ext cx="9144000" cy="15327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4" name="Google Shape;804;p86"/>
          <p:cNvSpPr txBox="1"/>
          <p:nvPr>
            <p:ph type="title"/>
          </p:nvPr>
        </p:nvSpPr>
        <p:spPr>
          <a:xfrm>
            <a:off x="311700" y="479991"/>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2600"/>
              <a:buNone/>
              <a:defRPr b="0" i="0" sz="3600">
                <a:solidFill>
                  <a:schemeClr val="lt1"/>
                </a:solidFill>
                <a:latin typeface="Lexend Deca Medium"/>
                <a:ea typeface="Lexend Deca Medium"/>
                <a:cs typeface="Lexend Deca Medium"/>
                <a:sym typeface="Lexend Deca Medium"/>
              </a:defRPr>
            </a:lvl1pPr>
            <a:lvl2pPr lvl="1" rtl="0" algn="ctr">
              <a:lnSpc>
                <a:spcPct val="100000"/>
              </a:lnSpc>
              <a:spcBef>
                <a:spcPts val="0"/>
              </a:spcBef>
              <a:spcAft>
                <a:spcPts val="0"/>
              </a:spcAft>
              <a:buClr>
                <a:schemeClr val="lt1"/>
              </a:buClr>
              <a:buSzPts val="2600"/>
              <a:buNone/>
              <a:defRPr sz="3600">
                <a:solidFill>
                  <a:schemeClr val="lt1"/>
                </a:solidFill>
              </a:defRPr>
            </a:lvl2pPr>
            <a:lvl3pPr lvl="2" rtl="0" algn="ctr">
              <a:lnSpc>
                <a:spcPct val="100000"/>
              </a:lnSpc>
              <a:spcBef>
                <a:spcPts val="0"/>
              </a:spcBef>
              <a:spcAft>
                <a:spcPts val="0"/>
              </a:spcAft>
              <a:buClr>
                <a:schemeClr val="lt1"/>
              </a:buClr>
              <a:buSzPts val="2600"/>
              <a:buNone/>
              <a:defRPr sz="3600">
                <a:solidFill>
                  <a:schemeClr val="lt1"/>
                </a:solidFill>
              </a:defRPr>
            </a:lvl3pPr>
            <a:lvl4pPr lvl="3" rtl="0" algn="ctr">
              <a:lnSpc>
                <a:spcPct val="100000"/>
              </a:lnSpc>
              <a:spcBef>
                <a:spcPts val="0"/>
              </a:spcBef>
              <a:spcAft>
                <a:spcPts val="0"/>
              </a:spcAft>
              <a:buClr>
                <a:schemeClr val="lt1"/>
              </a:buClr>
              <a:buSzPts val="2600"/>
              <a:buNone/>
              <a:defRPr sz="3600">
                <a:solidFill>
                  <a:schemeClr val="lt1"/>
                </a:solidFill>
              </a:defRPr>
            </a:lvl4pPr>
            <a:lvl5pPr lvl="4" rtl="0" algn="ctr">
              <a:lnSpc>
                <a:spcPct val="100000"/>
              </a:lnSpc>
              <a:spcBef>
                <a:spcPts val="0"/>
              </a:spcBef>
              <a:spcAft>
                <a:spcPts val="0"/>
              </a:spcAft>
              <a:buClr>
                <a:schemeClr val="lt1"/>
              </a:buClr>
              <a:buSzPts val="2600"/>
              <a:buNone/>
              <a:defRPr sz="3600">
                <a:solidFill>
                  <a:schemeClr val="lt1"/>
                </a:solidFill>
              </a:defRPr>
            </a:lvl5pPr>
            <a:lvl6pPr lvl="5" rtl="0" algn="ctr">
              <a:lnSpc>
                <a:spcPct val="100000"/>
              </a:lnSpc>
              <a:spcBef>
                <a:spcPts val="0"/>
              </a:spcBef>
              <a:spcAft>
                <a:spcPts val="0"/>
              </a:spcAft>
              <a:buClr>
                <a:schemeClr val="lt1"/>
              </a:buClr>
              <a:buSzPts val="2600"/>
              <a:buNone/>
              <a:defRPr sz="3600">
                <a:solidFill>
                  <a:schemeClr val="lt1"/>
                </a:solidFill>
              </a:defRPr>
            </a:lvl6pPr>
            <a:lvl7pPr lvl="6" rtl="0" algn="ctr">
              <a:lnSpc>
                <a:spcPct val="100000"/>
              </a:lnSpc>
              <a:spcBef>
                <a:spcPts val="0"/>
              </a:spcBef>
              <a:spcAft>
                <a:spcPts val="0"/>
              </a:spcAft>
              <a:buClr>
                <a:schemeClr val="lt1"/>
              </a:buClr>
              <a:buSzPts val="2600"/>
              <a:buNone/>
              <a:defRPr sz="3600">
                <a:solidFill>
                  <a:schemeClr val="lt1"/>
                </a:solidFill>
              </a:defRPr>
            </a:lvl7pPr>
            <a:lvl8pPr lvl="7" rtl="0" algn="ctr">
              <a:lnSpc>
                <a:spcPct val="100000"/>
              </a:lnSpc>
              <a:spcBef>
                <a:spcPts val="0"/>
              </a:spcBef>
              <a:spcAft>
                <a:spcPts val="0"/>
              </a:spcAft>
              <a:buClr>
                <a:schemeClr val="lt1"/>
              </a:buClr>
              <a:buSzPts val="2600"/>
              <a:buNone/>
              <a:defRPr sz="3600">
                <a:solidFill>
                  <a:schemeClr val="lt1"/>
                </a:solidFill>
              </a:defRPr>
            </a:lvl8pPr>
            <a:lvl9pPr lvl="8" rtl="0" algn="ctr">
              <a:lnSpc>
                <a:spcPct val="100000"/>
              </a:lnSpc>
              <a:spcBef>
                <a:spcPts val="0"/>
              </a:spcBef>
              <a:spcAft>
                <a:spcPts val="0"/>
              </a:spcAft>
              <a:buClr>
                <a:schemeClr val="lt1"/>
              </a:buClr>
              <a:buSzPts val="2600"/>
              <a:buNone/>
              <a:defRPr sz="3600">
                <a:solidFill>
                  <a:schemeClr val="lt1"/>
                </a:solidFill>
              </a:defRPr>
            </a:lvl9pPr>
          </a:lstStyle>
          <a:p/>
        </p:txBody>
      </p:sp>
      <p:sp>
        <p:nvSpPr>
          <p:cNvPr id="805" name="Google Shape;805;p86"/>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6" name="Google Shape;806;p86"/>
          <p:cNvGrpSpPr/>
          <p:nvPr/>
        </p:nvGrpSpPr>
        <p:grpSpPr>
          <a:xfrm>
            <a:off x="8247715" y="4884429"/>
            <a:ext cx="648372" cy="183782"/>
            <a:chOff x="12596224" y="4969749"/>
            <a:chExt cx="2253641" cy="638797"/>
          </a:xfrm>
        </p:grpSpPr>
        <p:sp>
          <p:nvSpPr>
            <p:cNvPr id="807" name="Google Shape;807;p8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08" name="Google Shape;808;p8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p:cSld name="BLANK_3_1_1_1_1_2_1_1_1_1_1_1_1_1_1_1_1_1_1_1_1">
    <p:bg>
      <p:bgPr>
        <a:solidFill>
          <a:srgbClr val="F5F8FA"/>
        </a:solidFill>
      </p:bgPr>
    </p:bg>
    <p:spTree>
      <p:nvGrpSpPr>
        <p:cNvPr id="809" name="Shape 809"/>
        <p:cNvGrpSpPr/>
        <p:nvPr/>
      </p:nvGrpSpPr>
      <p:grpSpPr>
        <a:xfrm>
          <a:off x="0" y="0"/>
          <a:ext cx="0" cy="0"/>
          <a:chOff x="0" y="0"/>
          <a:chExt cx="0" cy="0"/>
        </a:xfrm>
      </p:grpSpPr>
      <p:sp>
        <p:nvSpPr>
          <p:cNvPr id="810" name="Google Shape;810;p87"/>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1" name="Google Shape;811;p87"/>
          <p:cNvSpPr txBox="1"/>
          <p:nvPr>
            <p:ph type="title"/>
          </p:nvPr>
        </p:nvSpPr>
        <p:spPr>
          <a:xfrm>
            <a:off x="311700" y="480000"/>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812" name="Google Shape;812;p8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87"/>
          <p:cNvGrpSpPr/>
          <p:nvPr/>
        </p:nvGrpSpPr>
        <p:grpSpPr>
          <a:xfrm>
            <a:off x="8247715" y="4884429"/>
            <a:ext cx="648372" cy="183782"/>
            <a:chOff x="12596224" y="4969749"/>
            <a:chExt cx="2253641" cy="638797"/>
          </a:xfrm>
        </p:grpSpPr>
        <p:sp>
          <p:nvSpPr>
            <p:cNvPr id="814" name="Google Shape;814;p8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15" name="Google Shape;815;p8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 White 1">
  <p:cSld name="BLANK_3_1_1_1_1_2_1_1_1_1_1_1_1_1_1_1_1_1_1_1_1_1">
    <p:bg>
      <p:bgPr>
        <a:solidFill>
          <a:srgbClr val="F5F8FA"/>
        </a:solidFill>
      </p:bgPr>
    </p:bg>
    <p:spTree>
      <p:nvGrpSpPr>
        <p:cNvPr id="816" name="Shape 816"/>
        <p:cNvGrpSpPr/>
        <p:nvPr/>
      </p:nvGrpSpPr>
      <p:grpSpPr>
        <a:xfrm>
          <a:off x="0" y="0"/>
          <a:ext cx="0" cy="0"/>
          <a:chOff x="0" y="0"/>
          <a:chExt cx="0" cy="0"/>
        </a:xfrm>
      </p:grpSpPr>
      <p:sp>
        <p:nvSpPr>
          <p:cNvPr id="817" name="Google Shape;817;p88"/>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8" name="Google Shape;818;p88"/>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grpSp>
        <p:nvGrpSpPr>
          <p:cNvPr id="819" name="Google Shape;819;p88"/>
          <p:cNvGrpSpPr/>
          <p:nvPr/>
        </p:nvGrpSpPr>
        <p:grpSpPr>
          <a:xfrm>
            <a:off x="7620275" y="0"/>
            <a:ext cx="1532718" cy="1532715"/>
            <a:chOff x="8078896" y="1131196"/>
            <a:chExt cx="700767" cy="700766"/>
          </a:xfrm>
        </p:grpSpPr>
        <p:sp>
          <p:nvSpPr>
            <p:cNvPr id="820" name="Google Shape;820;p88"/>
            <p:cNvSpPr/>
            <p:nvPr/>
          </p:nvSpPr>
          <p:spPr>
            <a:xfrm>
              <a:off x="8078896"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BC4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1" name="Google Shape;821;p88"/>
            <p:cNvSpPr/>
            <p:nvPr/>
          </p:nvSpPr>
          <p:spPr>
            <a:xfrm>
              <a:off x="8078896"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2" name="Google Shape;822;p88"/>
            <p:cNvSpPr/>
            <p:nvPr/>
          </p:nvSpPr>
          <p:spPr>
            <a:xfrm>
              <a:off x="8429280"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3" name="Google Shape;823;p88"/>
            <p:cNvSpPr/>
            <p:nvPr/>
          </p:nvSpPr>
          <p:spPr>
            <a:xfrm>
              <a:off x="8429280"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5C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824" name="Google Shape;824;p88"/>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5" name="Google Shape;825;p88"/>
          <p:cNvGrpSpPr/>
          <p:nvPr/>
        </p:nvGrpSpPr>
        <p:grpSpPr>
          <a:xfrm>
            <a:off x="8247715" y="4884429"/>
            <a:ext cx="648372" cy="183782"/>
            <a:chOff x="12596224" y="4969749"/>
            <a:chExt cx="2253641" cy="638797"/>
          </a:xfrm>
        </p:grpSpPr>
        <p:sp>
          <p:nvSpPr>
            <p:cNvPr id="826" name="Google Shape;826;p8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27" name="Google Shape;827;p8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 White 2">
  <p:cSld name="BLANK_3_1_1_1_1_2_1_1_1_1_1_1_1_1_1_1_1_1_1_1_1_2">
    <p:bg>
      <p:bgPr>
        <a:solidFill>
          <a:srgbClr val="F5F8FA"/>
        </a:solidFill>
      </p:bgPr>
    </p:bg>
    <p:spTree>
      <p:nvGrpSpPr>
        <p:cNvPr id="828" name="Shape 828"/>
        <p:cNvGrpSpPr/>
        <p:nvPr/>
      </p:nvGrpSpPr>
      <p:grpSpPr>
        <a:xfrm>
          <a:off x="0" y="0"/>
          <a:ext cx="0" cy="0"/>
          <a:chOff x="0" y="0"/>
          <a:chExt cx="0" cy="0"/>
        </a:xfrm>
      </p:grpSpPr>
      <p:sp>
        <p:nvSpPr>
          <p:cNvPr id="829" name="Google Shape;829;p89"/>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0" name="Google Shape;830;p89"/>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831" name="Google Shape;831;p89"/>
          <p:cNvSpPr/>
          <p:nvPr/>
        </p:nvSpPr>
        <p:spPr>
          <a:xfrm rot="-5400000">
            <a:off x="7654350" y="-70950"/>
            <a:ext cx="1304700" cy="1674600"/>
          </a:xfrm>
          <a:prstGeom prst="round2SameRect">
            <a:avLst>
              <a:gd fmla="val 50000" name="adj1"/>
              <a:gd fmla="val 0" name="adj2"/>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89"/>
          <p:cNvSpPr/>
          <p:nvPr/>
        </p:nvSpPr>
        <p:spPr>
          <a:xfrm>
            <a:off x="7588940" y="52564"/>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3" name="Google Shape;833;p89"/>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89"/>
          <p:cNvGrpSpPr/>
          <p:nvPr/>
        </p:nvGrpSpPr>
        <p:grpSpPr>
          <a:xfrm>
            <a:off x="8247715" y="4884429"/>
            <a:ext cx="648372" cy="183782"/>
            <a:chOff x="12596224" y="4969749"/>
            <a:chExt cx="2253641" cy="638797"/>
          </a:xfrm>
        </p:grpSpPr>
        <p:sp>
          <p:nvSpPr>
            <p:cNvPr id="835" name="Google Shape;835;p8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36" name="Google Shape;836;p8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  beige 1">
  <p:cSld name="BLANK_3_1_1_1_1_2_1_1_1_1_1_1_1_1_1_1_1_1_1_1_1_3">
    <p:bg>
      <p:bgPr>
        <a:solidFill>
          <a:schemeClr val="accent2"/>
        </a:solidFill>
      </p:bgPr>
    </p:bg>
    <p:spTree>
      <p:nvGrpSpPr>
        <p:cNvPr id="837" name="Shape 837"/>
        <p:cNvGrpSpPr/>
        <p:nvPr/>
      </p:nvGrpSpPr>
      <p:grpSpPr>
        <a:xfrm>
          <a:off x="0" y="0"/>
          <a:ext cx="0" cy="0"/>
          <a:chOff x="0" y="0"/>
          <a:chExt cx="0" cy="0"/>
        </a:xfrm>
      </p:grpSpPr>
      <p:sp>
        <p:nvSpPr>
          <p:cNvPr id="838" name="Google Shape;838;p90"/>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9" name="Google Shape;839;p90"/>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grpSp>
        <p:nvGrpSpPr>
          <p:cNvPr id="840" name="Google Shape;840;p90"/>
          <p:cNvGrpSpPr/>
          <p:nvPr/>
        </p:nvGrpSpPr>
        <p:grpSpPr>
          <a:xfrm>
            <a:off x="7620275" y="0"/>
            <a:ext cx="1532718" cy="1532715"/>
            <a:chOff x="8078896" y="1131196"/>
            <a:chExt cx="700767" cy="700766"/>
          </a:xfrm>
        </p:grpSpPr>
        <p:sp>
          <p:nvSpPr>
            <p:cNvPr id="841" name="Google Shape;841;p90"/>
            <p:cNvSpPr/>
            <p:nvPr/>
          </p:nvSpPr>
          <p:spPr>
            <a:xfrm>
              <a:off x="8078896"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BC4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2" name="Google Shape;842;p90"/>
            <p:cNvSpPr/>
            <p:nvPr/>
          </p:nvSpPr>
          <p:spPr>
            <a:xfrm>
              <a:off x="8078896"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3" name="Google Shape;843;p90"/>
            <p:cNvSpPr/>
            <p:nvPr/>
          </p:nvSpPr>
          <p:spPr>
            <a:xfrm>
              <a:off x="8429280"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4" name="Google Shape;844;p90"/>
            <p:cNvSpPr/>
            <p:nvPr/>
          </p:nvSpPr>
          <p:spPr>
            <a:xfrm>
              <a:off x="8429280"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5C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845" name="Google Shape;845;p90"/>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6" name="Google Shape;846;p90"/>
          <p:cNvGrpSpPr/>
          <p:nvPr/>
        </p:nvGrpSpPr>
        <p:grpSpPr>
          <a:xfrm>
            <a:off x="8247715" y="4884429"/>
            <a:ext cx="648372" cy="183782"/>
            <a:chOff x="12596224" y="4969749"/>
            <a:chExt cx="2253641" cy="638797"/>
          </a:xfrm>
        </p:grpSpPr>
        <p:sp>
          <p:nvSpPr>
            <p:cNvPr id="847" name="Google Shape;847;p9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48" name="Google Shape;848;p9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 beige 2">
  <p:cSld name="BLANK_3_1_1_1_1_2_1_1_1_1_1_1_1_1_1_1_1_1_1_1_1_4">
    <p:bg>
      <p:bgPr>
        <a:solidFill>
          <a:schemeClr val="accent2"/>
        </a:solidFill>
      </p:bgPr>
    </p:bg>
    <p:spTree>
      <p:nvGrpSpPr>
        <p:cNvPr id="849" name="Shape 849"/>
        <p:cNvGrpSpPr/>
        <p:nvPr/>
      </p:nvGrpSpPr>
      <p:grpSpPr>
        <a:xfrm>
          <a:off x="0" y="0"/>
          <a:ext cx="0" cy="0"/>
          <a:chOff x="0" y="0"/>
          <a:chExt cx="0" cy="0"/>
        </a:xfrm>
      </p:grpSpPr>
      <p:sp>
        <p:nvSpPr>
          <p:cNvPr id="850" name="Google Shape;850;p91"/>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1" name="Google Shape;851;p91"/>
          <p:cNvSpPr/>
          <p:nvPr/>
        </p:nvSpPr>
        <p:spPr>
          <a:xfrm rot="-5400000">
            <a:off x="7654350" y="-70950"/>
            <a:ext cx="1304700" cy="1674600"/>
          </a:xfrm>
          <a:prstGeom prst="round2SameRect">
            <a:avLst>
              <a:gd fmla="val 50000" name="adj1"/>
              <a:gd fmla="val 0" name="adj2"/>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91"/>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853" name="Google Shape;853;p91"/>
          <p:cNvSpPr/>
          <p:nvPr/>
        </p:nvSpPr>
        <p:spPr>
          <a:xfrm>
            <a:off x="7588940" y="52564"/>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4" name="Google Shape;854;p91"/>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5" name="Google Shape;855;p91"/>
          <p:cNvGrpSpPr/>
          <p:nvPr/>
        </p:nvGrpSpPr>
        <p:grpSpPr>
          <a:xfrm>
            <a:off x="8247715" y="4884429"/>
            <a:ext cx="648372" cy="183782"/>
            <a:chOff x="12596224" y="4969749"/>
            <a:chExt cx="2253641" cy="638797"/>
          </a:xfrm>
        </p:grpSpPr>
        <p:sp>
          <p:nvSpPr>
            <p:cNvPr id="856" name="Google Shape;856;p9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57" name="Google Shape;857;p9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with Orange Banner - Beige 1">
  <p:cSld name="BLANK_3_1_1_1_1_2_1_1_1_1_1_1_1_1_1_1_1_1_1_1_2_1">
    <p:bg>
      <p:bgPr>
        <a:solidFill>
          <a:schemeClr val="accent2"/>
        </a:solidFill>
      </p:bgPr>
    </p:bg>
    <p:spTree>
      <p:nvGrpSpPr>
        <p:cNvPr id="858" name="Shape 858"/>
        <p:cNvGrpSpPr/>
        <p:nvPr/>
      </p:nvGrpSpPr>
      <p:grpSpPr>
        <a:xfrm>
          <a:off x="0" y="0"/>
          <a:ext cx="0" cy="0"/>
          <a:chOff x="0" y="0"/>
          <a:chExt cx="0" cy="0"/>
        </a:xfrm>
      </p:grpSpPr>
      <p:sp>
        <p:nvSpPr>
          <p:cNvPr id="859" name="Google Shape;859;p92"/>
          <p:cNvSpPr/>
          <p:nvPr/>
        </p:nvSpPr>
        <p:spPr>
          <a:xfrm>
            <a:off x="0" y="0"/>
            <a:ext cx="9144000" cy="1532700"/>
          </a:xfrm>
          <a:prstGeom prst="rect">
            <a:avLst/>
          </a:prstGeom>
          <a:solidFill>
            <a:srgbClr val="213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0" name="Google Shape;860;p92"/>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grpSp>
        <p:nvGrpSpPr>
          <p:cNvPr id="861" name="Google Shape;861;p92"/>
          <p:cNvGrpSpPr/>
          <p:nvPr/>
        </p:nvGrpSpPr>
        <p:grpSpPr>
          <a:xfrm>
            <a:off x="7620275" y="0"/>
            <a:ext cx="1532718" cy="1532715"/>
            <a:chOff x="8078896" y="1131196"/>
            <a:chExt cx="700767" cy="700766"/>
          </a:xfrm>
        </p:grpSpPr>
        <p:sp>
          <p:nvSpPr>
            <p:cNvPr id="862" name="Google Shape;862;p92"/>
            <p:cNvSpPr/>
            <p:nvPr/>
          </p:nvSpPr>
          <p:spPr>
            <a:xfrm>
              <a:off x="8078896" y="1481579"/>
              <a:ext cx="350383" cy="350383"/>
            </a:xfrm>
            <a:custGeom>
              <a:rect b="b" l="l" r="r" t="t"/>
              <a:pathLst>
                <a:path extrusionOk="0" h="350383" w="350383">
                  <a:moveTo>
                    <a:pt x="0" y="0"/>
                  </a:moveTo>
                  <a:lnTo>
                    <a:pt x="350384" y="0"/>
                  </a:lnTo>
                  <a:lnTo>
                    <a:pt x="350384" y="350384"/>
                  </a:lnTo>
                  <a:lnTo>
                    <a:pt x="0" y="350384"/>
                  </a:lnTo>
                  <a:close/>
                </a:path>
              </a:pathLst>
            </a:custGeom>
            <a:solidFill>
              <a:srgbClr val="516F9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p92"/>
            <p:cNvSpPr/>
            <p:nvPr/>
          </p:nvSpPr>
          <p:spPr>
            <a:xfrm>
              <a:off x="8078896" y="1131196"/>
              <a:ext cx="350383" cy="350383"/>
            </a:xfrm>
            <a:custGeom>
              <a:rect b="b" l="l" r="r" t="t"/>
              <a:pathLst>
                <a:path extrusionOk="0" h="350383" w="350383">
                  <a:moveTo>
                    <a:pt x="0" y="0"/>
                  </a:moveTo>
                  <a:lnTo>
                    <a:pt x="350384" y="0"/>
                  </a:lnTo>
                  <a:lnTo>
                    <a:pt x="350384" y="350384"/>
                  </a:lnTo>
                  <a:lnTo>
                    <a:pt x="0" y="350384"/>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4" name="Google Shape;864;p92"/>
            <p:cNvSpPr/>
            <p:nvPr/>
          </p:nvSpPr>
          <p:spPr>
            <a:xfrm>
              <a:off x="8429280" y="1481579"/>
              <a:ext cx="350383" cy="350383"/>
            </a:xfrm>
            <a:custGeom>
              <a:rect b="b" l="l" r="r" t="t"/>
              <a:pathLst>
                <a:path extrusionOk="0" h="350383" w="350383">
                  <a:moveTo>
                    <a:pt x="0" y="0"/>
                  </a:moveTo>
                  <a:lnTo>
                    <a:pt x="350384" y="0"/>
                  </a:lnTo>
                  <a:lnTo>
                    <a:pt x="350384" y="350384"/>
                  </a:lnTo>
                  <a:lnTo>
                    <a:pt x="0" y="35038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5" name="Google Shape;865;p92"/>
            <p:cNvSpPr/>
            <p:nvPr/>
          </p:nvSpPr>
          <p:spPr>
            <a:xfrm>
              <a:off x="8429280" y="1131196"/>
              <a:ext cx="350383" cy="350383"/>
            </a:xfrm>
            <a:custGeom>
              <a:rect b="b" l="l" r="r" t="t"/>
              <a:pathLst>
                <a:path extrusionOk="0" h="350383" w="350383">
                  <a:moveTo>
                    <a:pt x="0" y="0"/>
                  </a:moveTo>
                  <a:lnTo>
                    <a:pt x="350384" y="0"/>
                  </a:lnTo>
                  <a:lnTo>
                    <a:pt x="350384" y="350384"/>
                  </a:lnTo>
                  <a:lnTo>
                    <a:pt x="0" y="35038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866" name="Google Shape;866;p9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7" name="Google Shape;867;p92"/>
          <p:cNvGrpSpPr/>
          <p:nvPr/>
        </p:nvGrpSpPr>
        <p:grpSpPr>
          <a:xfrm>
            <a:off x="8247715" y="4884429"/>
            <a:ext cx="648372" cy="183782"/>
            <a:chOff x="12596224" y="4969749"/>
            <a:chExt cx="2253641" cy="638797"/>
          </a:xfrm>
        </p:grpSpPr>
        <p:sp>
          <p:nvSpPr>
            <p:cNvPr id="868" name="Google Shape;868;p9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69" name="Google Shape;869;p9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with Orange Banner - Beige 2">
  <p:cSld name="BLANK_3_1_1_1_1_2_1_1_1_1_1_1_1_1_1_1_1_1_1_1_2_2">
    <p:bg>
      <p:bgPr>
        <a:solidFill>
          <a:schemeClr val="accent2"/>
        </a:solidFill>
      </p:bgPr>
    </p:bg>
    <p:spTree>
      <p:nvGrpSpPr>
        <p:cNvPr id="870" name="Shape 870"/>
        <p:cNvGrpSpPr/>
        <p:nvPr/>
      </p:nvGrpSpPr>
      <p:grpSpPr>
        <a:xfrm>
          <a:off x="0" y="0"/>
          <a:ext cx="0" cy="0"/>
          <a:chOff x="0" y="0"/>
          <a:chExt cx="0" cy="0"/>
        </a:xfrm>
      </p:grpSpPr>
      <p:sp>
        <p:nvSpPr>
          <p:cNvPr id="871" name="Google Shape;871;p93"/>
          <p:cNvSpPr/>
          <p:nvPr/>
        </p:nvSpPr>
        <p:spPr>
          <a:xfrm>
            <a:off x="0" y="0"/>
            <a:ext cx="9144000" cy="1532700"/>
          </a:xfrm>
          <a:prstGeom prst="rect">
            <a:avLst/>
          </a:prstGeom>
          <a:solidFill>
            <a:srgbClr val="213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2" name="Google Shape;872;p93"/>
          <p:cNvSpPr/>
          <p:nvPr/>
        </p:nvSpPr>
        <p:spPr>
          <a:xfrm rot="-5400000">
            <a:off x="7654350" y="-70950"/>
            <a:ext cx="1304700" cy="1674600"/>
          </a:xfrm>
          <a:prstGeom prst="round2SameRect">
            <a:avLst>
              <a:gd fmla="val 50000" name="adj1"/>
              <a:gd fmla="val 0" name="adj2"/>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93"/>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874" name="Google Shape;874;p93"/>
          <p:cNvSpPr/>
          <p:nvPr/>
        </p:nvSpPr>
        <p:spPr>
          <a:xfrm>
            <a:off x="7588940" y="52564"/>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0FBF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5" name="Google Shape;875;p9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6" name="Google Shape;876;p93"/>
          <p:cNvGrpSpPr/>
          <p:nvPr/>
        </p:nvGrpSpPr>
        <p:grpSpPr>
          <a:xfrm>
            <a:off x="8247715" y="4884429"/>
            <a:ext cx="648372" cy="183782"/>
            <a:chOff x="12596224" y="4969749"/>
            <a:chExt cx="2253641" cy="638797"/>
          </a:xfrm>
        </p:grpSpPr>
        <p:sp>
          <p:nvSpPr>
            <p:cNvPr id="877" name="Google Shape;877;p9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78" name="Google Shape;878;p9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White Banner - Navy 1">
  <p:cSld name="BLANK_3_1_1_1_1_2_1_1_1_1_1_1_1_1_1_1_1_1_1_1_3">
    <p:bg>
      <p:bgPr>
        <a:solidFill>
          <a:srgbClr val="213343"/>
        </a:solidFill>
      </p:bgPr>
    </p:bg>
    <p:spTree>
      <p:nvGrpSpPr>
        <p:cNvPr id="879" name="Shape 879"/>
        <p:cNvGrpSpPr/>
        <p:nvPr/>
      </p:nvGrpSpPr>
      <p:grpSpPr>
        <a:xfrm>
          <a:off x="0" y="0"/>
          <a:ext cx="0" cy="0"/>
          <a:chOff x="0" y="0"/>
          <a:chExt cx="0" cy="0"/>
        </a:xfrm>
      </p:grpSpPr>
      <p:sp>
        <p:nvSpPr>
          <p:cNvPr id="880" name="Google Shape;880;p94"/>
          <p:cNvSpPr/>
          <p:nvPr/>
        </p:nvSpPr>
        <p:spPr>
          <a:xfrm>
            <a:off x="0" y="0"/>
            <a:ext cx="9144000" cy="15327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1" name="Google Shape;881;p94"/>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882" name="Google Shape;882;p94"/>
          <p:cNvSpPr/>
          <p:nvPr/>
        </p:nvSpPr>
        <p:spPr>
          <a:xfrm rot="-5400000">
            <a:off x="7654350" y="-70950"/>
            <a:ext cx="1304700" cy="1674600"/>
          </a:xfrm>
          <a:prstGeom prst="round2SameRect">
            <a:avLst>
              <a:gd fmla="val 50000" name="adj1"/>
              <a:gd fmla="val 0" name="adj2"/>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94"/>
          <p:cNvSpPr/>
          <p:nvPr/>
        </p:nvSpPr>
        <p:spPr>
          <a:xfrm>
            <a:off x="7588940" y="52564"/>
            <a:ext cx="446051" cy="446051"/>
          </a:xfrm>
          <a:custGeom>
            <a:rect b="b" l="l" r="r" t="t"/>
            <a:pathLst>
              <a:path extrusionOk="0" h="658378" w="658378">
                <a:moveTo>
                  <a:pt x="329189" y="0"/>
                </a:moveTo>
                <a:cubicBezTo>
                  <a:pt x="147395" y="0"/>
                  <a:pt x="0" y="147395"/>
                  <a:pt x="0" y="329189"/>
                </a:cubicBezTo>
                <a:cubicBezTo>
                  <a:pt x="0" y="510983"/>
                  <a:pt x="147395" y="658379"/>
                  <a:pt x="329189" y="658379"/>
                </a:cubicBezTo>
                <a:cubicBezTo>
                  <a:pt x="510983" y="658379"/>
                  <a:pt x="658378" y="510983"/>
                  <a:pt x="658378" y="329189"/>
                </a:cubicBezTo>
                <a:cubicBezTo>
                  <a:pt x="658378" y="147395"/>
                  <a:pt x="510983" y="0"/>
                  <a:pt x="329189" y="0"/>
                </a:cubicBezTo>
                <a:close/>
                <a:moveTo>
                  <a:pt x="329189" y="553778"/>
                </a:moveTo>
                <a:cubicBezTo>
                  <a:pt x="205142" y="553778"/>
                  <a:pt x="104600" y="453236"/>
                  <a:pt x="104600" y="329189"/>
                </a:cubicBezTo>
                <a:cubicBezTo>
                  <a:pt x="104600" y="205142"/>
                  <a:pt x="205142" y="104600"/>
                  <a:pt x="329189" y="104600"/>
                </a:cubicBezTo>
                <a:cubicBezTo>
                  <a:pt x="453236" y="104600"/>
                  <a:pt x="553778" y="205142"/>
                  <a:pt x="553778" y="329189"/>
                </a:cubicBezTo>
                <a:cubicBezTo>
                  <a:pt x="553778" y="453236"/>
                  <a:pt x="453236" y="553778"/>
                  <a:pt x="329189" y="553778"/>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4" name="Google Shape;884;p9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5" name="Google Shape;885;p94"/>
          <p:cNvGrpSpPr/>
          <p:nvPr/>
        </p:nvGrpSpPr>
        <p:grpSpPr>
          <a:xfrm>
            <a:off x="8247715" y="4884429"/>
            <a:ext cx="648372" cy="183782"/>
            <a:chOff x="12596224" y="4969749"/>
            <a:chExt cx="2253641" cy="638797"/>
          </a:xfrm>
        </p:grpSpPr>
        <p:sp>
          <p:nvSpPr>
            <p:cNvPr id="886" name="Google Shape;886;p9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87" name="Google Shape;887;p9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White Banner - Navy 2">
  <p:cSld name="BLANK_3_1_1_1_1_2_1_1_1_1_1_1_1_1_1_1_1_1_1_1_4">
    <p:bg>
      <p:bgPr>
        <a:solidFill>
          <a:srgbClr val="213343"/>
        </a:solidFill>
      </p:bgPr>
    </p:bg>
    <p:spTree>
      <p:nvGrpSpPr>
        <p:cNvPr id="888" name="Shape 888"/>
        <p:cNvGrpSpPr/>
        <p:nvPr/>
      </p:nvGrpSpPr>
      <p:grpSpPr>
        <a:xfrm>
          <a:off x="0" y="0"/>
          <a:ext cx="0" cy="0"/>
          <a:chOff x="0" y="0"/>
          <a:chExt cx="0" cy="0"/>
        </a:xfrm>
      </p:grpSpPr>
      <p:sp>
        <p:nvSpPr>
          <p:cNvPr id="889" name="Google Shape;889;p95"/>
          <p:cNvSpPr/>
          <p:nvPr/>
        </p:nvSpPr>
        <p:spPr>
          <a:xfrm>
            <a:off x="0" y="0"/>
            <a:ext cx="9144000" cy="15327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0" name="Google Shape;890;p95"/>
          <p:cNvSpPr txBox="1"/>
          <p:nvPr>
            <p:ph type="title"/>
          </p:nvPr>
        </p:nvSpPr>
        <p:spPr>
          <a:xfrm>
            <a:off x="632725" y="399325"/>
            <a:ext cx="8520600" cy="572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grpSp>
        <p:nvGrpSpPr>
          <p:cNvPr id="891" name="Google Shape;891;p95"/>
          <p:cNvGrpSpPr/>
          <p:nvPr/>
        </p:nvGrpSpPr>
        <p:grpSpPr>
          <a:xfrm>
            <a:off x="7620275" y="0"/>
            <a:ext cx="1532718" cy="1532715"/>
            <a:chOff x="8078896" y="1131196"/>
            <a:chExt cx="700767" cy="700766"/>
          </a:xfrm>
        </p:grpSpPr>
        <p:sp>
          <p:nvSpPr>
            <p:cNvPr id="892" name="Google Shape;892;p95"/>
            <p:cNvSpPr/>
            <p:nvPr/>
          </p:nvSpPr>
          <p:spPr>
            <a:xfrm>
              <a:off x="8078896"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BC4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3" name="Google Shape;893;p95"/>
            <p:cNvSpPr/>
            <p:nvPr/>
          </p:nvSpPr>
          <p:spPr>
            <a:xfrm>
              <a:off x="8078896"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CD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4" name="Google Shape;894;p95"/>
            <p:cNvSpPr/>
            <p:nvPr/>
          </p:nvSpPr>
          <p:spPr>
            <a:xfrm>
              <a:off x="8429280" y="1481579"/>
              <a:ext cx="350383" cy="350383"/>
            </a:xfrm>
            <a:custGeom>
              <a:rect b="b" l="l" r="r" t="t"/>
              <a:pathLst>
                <a:path extrusionOk="0" h="350383" w="350383">
                  <a:moveTo>
                    <a:pt x="0" y="0"/>
                  </a:moveTo>
                  <a:lnTo>
                    <a:pt x="350384" y="0"/>
                  </a:lnTo>
                  <a:lnTo>
                    <a:pt x="350384" y="350384"/>
                  </a:lnTo>
                  <a:lnTo>
                    <a:pt x="0" y="350384"/>
                  </a:lnTo>
                  <a:close/>
                </a:path>
              </a:pathLst>
            </a:custGeom>
            <a:solidFill>
              <a:srgbClr val="FF89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5" name="Google Shape;895;p95"/>
            <p:cNvSpPr/>
            <p:nvPr/>
          </p:nvSpPr>
          <p:spPr>
            <a:xfrm>
              <a:off x="8429280" y="1131196"/>
              <a:ext cx="350383" cy="350383"/>
            </a:xfrm>
            <a:custGeom>
              <a:rect b="b" l="l" r="r" t="t"/>
              <a:pathLst>
                <a:path extrusionOk="0" h="350383" w="350383">
                  <a:moveTo>
                    <a:pt x="0" y="0"/>
                  </a:moveTo>
                  <a:lnTo>
                    <a:pt x="350384" y="0"/>
                  </a:lnTo>
                  <a:lnTo>
                    <a:pt x="350384" y="350384"/>
                  </a:lnTo>
                  <a:lnTo>
                    <a:pt x="0" y="350384"/>
                  </a:lnTo>
                  <a:close/>
                </a:path>
              </a:pathLst>
            </a:custGeom>
            <a:solidFill>
              <a:srgbClr val="FF5C3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896" name="Google Shape;896;p95"/>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7" name="Google Shape;897;p95"/>
          <p:cNvGrpSpPr/>
          <p:nvPr/>
        </p:nvGrpSpPr>
        <p:grpSpPr>
          <a:xfrm>
            <a:off x="8247715" y="4884429"/>
            <a:ext cx="648372" cy="183782"/>
            <a:chOff x="12596224" y="4969749"/>
            <a:chExt cx="2253641" cy="638797"/>
          </a:xfrm>
        </p:grpSpPr>
        <p:sp>
          <p:nvSpPr>
            <p:cNvPr id="898" name="Google Shape;898;p9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899" name="Google Shape;899;p9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p:cSld name="BLANK_3_1_1_1_1_2_1_1_1_1_1_1_1_1_1_1_1_1_1_1_1_1_1_1_1_2">
    <p:bg>
      <p:bgPr>
        <a:solidFill>
          <a:srgbClr val="F6F9FC"/>
        </a:solidFill>
      </p:bgPr>
    </p:bg>
    <p:spTree>
      <p:nvGrpSpPr>
        <p:cNvPr id="900" name="Shape 900"/>
        <p:cNvGrpSpPr/>
        <p:nvPr/>
      </p:nvGrpSpPr>
      <p:grpSpPr>
        <a:xfrm>
          <a:off x="0" y="0"/>
          <a:ext cx="0" cy="0"/>
          <a:chOff x="0" y="0"/>
          <a:chExt cx="0" cy="0"/>
        </a:xfrm>
      </p:grpSpPr>
      <p:sp>
        <p:nvSpPr>
          <p:cNvPr id="901" name="Google Shape;901;p96"/>
          <p:cNvSpPr/>
          <p:nvPr/>
        </p:nvSpPr>
        <p:spPr>
          <a:xfrm>
            <a:off x="-9450" y="0"/>
            <a:ext cx="9162900" cy="17304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96"/>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p:cSld name="BLANK_3_1_1_1_1_2_1_1_1_1_1_1_1_1_1_1_1_1_1_1_1_1_1_1_1_2_1">
    <p:bg>
      <p:bgPr>
        <a:solidFill>
          <a:srgbClr val="F6F9FC"/>
        </a:solidFill>
      </p:bgPr>
    </p:bg>
    <p:spTree>
      <p:nvGrpSpPr>
        <p:cNvPr id="903" name="Shape 903"/>
        <p:cNvGrpSpPr/>
        <p:nvPr/>
      </p:nvGrpSpPr>
      <p:grpSpPr>
        <a:xfrm>
          <a:off x="0" y="0"/>
          <a:ext cx="0" cy="0"/>
          <a:chOff x="0" y="0"/>
          <a:chExt cx="0" cy="0"/>
        </a:xfrm>
      </p:grpSpPr>
      <p:sp>
        <p:nvSpPr>
          <p:cNvPr id="904" name="Google Shape;904;p97"/>
          <p:cNvSpPr/>
          <p:nvPr/>
        </p:nvSpPr>
        <p:spPr>
          <a:xfrm>
            <a:off x="-9450" y="0"/>
            <a:ext cx="9162900" cy="17304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97"/>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White Title Bar">
  <p:cSld name="BLANK_3_1_1_1_1_2_1_1_1_1_1_1_1_1_1_1_1_1_1_1_1_1_1_1_1_2_1_1">
    <p:bg>
      <p:bgPr>
        <a:solidFill>
          <a:srgbClr val="213343"/>
        </a:solidFill>
      </p:bgPr>
    </p:bg>
    <p:spTree>
      <p:nvGrpSpPr>
        <p:cNvPr id="906" name="Shape 906"/>
        <p:cNvGrpSpPr/>
        <p:nvPr/>
      </p:nvGrpSpPr>
      <p:grpSpPr>
        <a:xfrm>
          <a:off x="0" y="0"/>
          <a:ext cx="0" cy="0"/>
          <a:chOff x="0" y="0"/>
          <a:chExt cx="0" cy="0"/>
        </a:xfrm>
      </p:grpSpPr>
      <p:sp>
        <p:nvSpPr>
          <p:cNvPr id="907" name="Google Shape;907;p98"/>
          <p:cNvSpPr/>
          <p:nvPr/>
        </p:nvSpPr>
        <p:spPr>
          <a:xfrm>
            <a:off x="-9450" y="0"/>
            <a:ext cx="9162900" cy="17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98"/>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213343"/>
              </a:buClr>
              <a:buSzPts val="2800"/>
              <a:buNone/>
              <a:defRPr b="0" i="0" sz="3600">
                <a:solidFill>
                  <a:srgbClr val="213343"/>
                </a:solidFill>
                <a:latin typeface="Lexend Deca Medium"/>
                <a:ea typeface="Lexend Deca Medium"/>
                <a:cs typeface="Lexend Deca Medium"/>
                <a:sym typeface="Lexend Deca Medium"/>
              </a:defRPr>
            </a:lvl1pPr>
            <a:lvl2pPr lvl="1" rtl="0" algn="l">
              <a:lnSpc>
                <a:spcPct val="100000"/>
              </a:lnSpc>
              <a:spcBef>
                <a:spcPts val="0"/>
              </a:spcBef>
              <a:spcAft>
                <a:spcPts val="0"/>
              </a:spcAft>
              <a:buClr>
                <a:srgbClr val="FF5C35"/>
              </a:buClr>
              <a:buSzPts val="2800"/>
              <a:buNone/>
              <a:defRPr sz="3600">
                <a:solidFill>
                  <a:srgbClr val="FF5C35"/>
                </a:solidFill>
              </a:defRPr>
            </a:lvl2pPr>
            <a:lvl3pPr lvl="2" rtl="0" algn="l">
              <a:lnSpc>
                <a:spcPct val="100000"/>
              </a:lnSpc>
              <a:spcBef>
                <a:spcPts val="0"/>
              </a:spcBef>
              <a:spcAft>
                <a:spcPts val="0"/>
              </a:spcAft>
              <a:buClr>
                <a:srgbClr val="FF5C35"/>
              </a:buClr>
              <a:buSzPts val="2800"/>
              <a:buNone/>
              <a:defRPr sz="3600">
                <a:solidFill>
                  <a:srgbClr val="FF5C35"/>
                </a:solidFill>
              </a:defRPr>
            </a:lvl3pPr>
            <a:lvl4pPr lvl="3" rtl="0" algn="l">
              <a:lnSpc>
                <a:spcPct val="100000"/>
              </a:lnSpc>
              <a:spcBef>
                <a:spcPts val="0"/>
              </a:spcBef>
              <a:spcAft>
                <a:spcPts val="0"/>
              </a:spcAft>
              <a:buClr>
                <a:srgbClr val="FF5C35"/>
              </a:buClr>
              <a:buSzPts val="2800"/>
              <a:buNone/>
              <a:defRPr sz="3600">
                <a:solidFill>
                  <a:srgbClr val="FF5C35"/>
                </a:solidFill>
              </a:defRPr>
            </a:lvl4pPr>
            <a:lvl5pPr lvl="4" rtl="0" algn="l">
              <a:lnSpc>
                <a:spcPct val="100000"/>
              </a:lnSpc>
              <a:spcBef>
                <a:spcPts val="0"/>
              </a:spcBef>
              <a:spcAft>
                <a:spcPts val="0"/>
              </a:spcAft>
              <a:buClr>
                <a:srgbClr val="FF5C35"/>
              </a:buClr>
              <a:buSzPts val="2800"/>
              <a:buNone/>
              <a:defRPr sz="3600">
                <a:solidFill>
                  <a:srgbClr val="FF5C35"/>
                </a:solidFill>
              </a:defRPr>
            </a:lvl5pPr>
            <a:lvl6pPr lvl="5" rtl="0" algn="l">
              <a:lnSpc>
                <a:spcPct val="100000"/>
              </a:lnSpc>
              <a:spcBef>
                <a:spcPts val="0"/>
              </a:spcBef>
              <a:spcAft>
                <a:spcPts val="0"/>
              </a:spcAft>
              <a:buClr>
                <a:srgbClr val="FF5C35"/>
              </a:buClr>
              <a:buSzPts val="2800"/>
              <a:buNone/>
              <a:defRPr sz="3600">
                <a:solidFill>
                  <a:srgbClr val="FF5C35"/>
                </a:solidFill>
              </a:defRPr>
            </a:lvl6pPr>
            <a:lvl7pPr lvl="6" rtl="0" algn="l">
              <a:lnSpc>
                <a:spcPct val="100000"/>
              </a:lnSpc>
              <a:spcBef>
                <a:spcPts val="0"/>
              </a:spcBef>
              <a:spcAft>
                <a:spcPts val="0"/>
              </a:spcAft>
              <a:buClr>
                <a:srgbClr val="FF5C35"/>
              </a:buClr>
              <a:buSzPts val="2800"/>
              <a:buNone/>
              <a:defRPr sz="3600">
                <a:solidFill>
                  <a:srgbClr val="FF5C35"/>
                </a:solidFill>
              </a:defRPr>
            </a:lvl7pPr>
            <a:lvl8pPr lvl="7" rtl="0" algn="l">
              <a:lnSpc>
                <a:spcPct val="100000"/>
              </a:lnSpc>
              <a:spcBef>
                <a:spcPts val="0"/>
              </a:spcBef>
              <a:spcAft>
                <a:spcPts val="0"/>
              </a:spcAft>
              <a:buClr>
                <a:srgbClr val="FF5C35"/>
              </a:buClr>
              <a:buSzPts val="2800"/>
              <a:buNone/>
              <a:defRPr sz="3600">
                <a:solidFill>
                  <a:srgbClr val="FF5C35"/>
                </a:solidFill>
              </a:defRPr>
            </a:lvl8pPr>
            <a:lvl9pPr lvl="8" rtl="0" algn="l">
              <a:lnSpc>
                <a:spcPct val="100000"/>
              </a:lnSpc>
              <a:spcBef>
                <a:spcPts val="0"/>
              </a:spcBef>
              <a:spcAft>
                <a:spcPts val="0"/>
              </a:spcAft>
              <a:buClr>
                <a:srgbClr val="FF5C35"/>
              </a:buClr>
              <a:buSzPts val="2800"/>
              <a:buNone/>
              <a:defRPr sz="3600">
                <a:solidFill>
                  <a:srgbClr val="FF5C35"/>
                </a:solidFil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with photo placeholder 1">
  <p:cSld name="BLANK_3_1_1_1_1_2_1_1_1_1_1_1_1_1_1_1_1_1_1_1_1_1_1_1_1_2_4">
    <p:bg>
      <p:bgPr>
        <a:solidFill>
          <a:schemeClr val="accent1"/>
        </a:solidFill>
      </p:bgPr>
    </p:bg>
    <p:spTree>
      <p:nvGrpSpPr>
        <p:cNvPr id="909" name="Shape 909"/>
        <p:cNvGrpSpPr/>
        <p:nvPr/>
      </p:nvGrpSpPr>
      <p:grpSpPr>
        <a:xfrm>
          <a:off x="0" y="0"/>
          <a:ext cx="0" cy="0"/>
          <a:chOff x="0" y="0"/>
          <a:chExt cx="0" cy="0"/>
        </a:xfrm>
      </p:grpSpPr>
      <p:sp>
        <p:nvSpPr>
          <p:cNvPr id="910" name="Google Shape;910;p99"/>
          <p:cNvSpPr/>
          <p:nvPr/>
        </p:nvSpPr>
        <p:spPr>
          <a:xfrm>
            <a:off x="0" y="0"/>
            <a:ext cx="9144000" cy="1850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99"/>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99"/>
          <p:cNvGrpSpPr/>
          <p:nvPr/>
        </p:nvGrpSpPr>
        <p:grpSpPr>
          <a:xfrm>
            <a:off x="8247715" y="4884429"/>
            <a:ext cx="648372" cy="183782"/>
            <a:chOff x="12596224" y="4969749"/>
            <a:chExt cx="2253641" cy="638797"/>
          </a:xfrm>
        </p:grpSpPr>
        <p:sp>
          <p:nvSpPr>
            <p:cNvPr id="913" name="Google Shape;913;p9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14" name="Google Shape;914;p9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915" name="Google Shape;915;p99"/>
          <p:cNvSpPr txBox="1"/>
          <p:nvPr>
            <p:ph type="title"/>
          </p:nvPr>
        </p:nvSpPr>
        <p:spPr>
          <a:xfrm>
            <a:off x="309000" y="350258"/>
            <a:ext cx="8526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b="0" i="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000"/>
              <a:buNone/>
              <a:defRPr>
                <a:solidFill>
                  <a:srgbClr val="FFFFFF"/>
                </a:solidFill>
              </a:defRPr>
            </a:lvl2pPr>
            <a:lvl3pPr lvl="2" rtl="0" algn="l">
              <a:lnSpc>
                <a:spcPct val="100000"/>
              </a:lnSpc>
              <a:spcBef>
                <a:spcPts val="0"/>
              </a:spcBef>
              <a:spcAft>
                <a:spcPts val="0"/>
              </a:spcAft>
              <a:buSzPts val="2000"/>
              <a:buNone/>
              <a:defRPr>
                <a:solidFill>
                  <a:srgbClr val="FFFFFF"/>
                </a:solidFill>
              </a:defRPr>
            </a:lvl3pPr>
            <a:lvl4pPr lvl="3" rtl="0" algn="l">
              <a:lnSpc>
                <a:spcPct val="100000"/>
              </a:lnSpc>
              <a:spcBef>
                <a:spcPts val="0"/>
              </a:spcBef>
              <a:spcAft>
                <a:spcPts val="0"/>
              </a:spcAft>
              <a:buSzPts val="2000"/>
              <a:buNone/>
              <a:defRPr>
                <a:solidFill>
                  <a:srgbClr val="FFFFFF"/>
                </a:solidFill>
              </a:defRPr>
            </a:lvl4pPr>
            <a:lvl5pPr lvl="4" rtl="0" algn="l">
              <a:lnSpc>
                <a:spcPct val="100000"/>
              </a:lnSpc>
              <a:spcBef>
                <a:spcPts val="0"/>
              </a:spcBef>
              <a:spcAft>
                <a:spcPts val="0"/>
              </a:spcAft>
              <a:buSzPts val="2000"/>
              <a:buNone/>
              <a:defRPr>
                <a:solidFill>
                  <a:srgbClr val="FFFFFF"/>
                </a:solidFill>
              </a:defRPr>
            </a:lvl5pPr>
            <a:lvl6pPr lvl="5" rtl="0" algn="l">
              <a:lnSpc>
                <a:spcPct val="100000"/>
              </a:lnSpc>
              <a:spcBef>
                <a:spcPts val="0"/>
              </a:spcBef>
              <a:spcAft>
                <a:spcPts val="0"/>
              </a:spcAft>
              <a:buSzPts val="2000"/>
              <a:buNone/>
              <a:defRPr>
                <a:solidFill>
                  <a:srgbClr val="FFFFFF"/>
                </a:solidFill>
              </a:defRPr>
            </a:lvl6pPr>
            <a:lvl7pPr lvl="6" rtl="0" algn="l">
              <a:lnSpc>
                <a:spcPct val="100000"/>
              </a:lnSpc>
              <a:spcBef>
                <a:spcPts val="0"/>
              </a:spcBef>
              <a:spcAft>
                <a:spcPts val="0"/>
              </a:spcAft>
              <a:buSzPts val="2000"/>
              <a:buNone/>
              <a:defRPr>
                <a:solidFill>
                  <a:srgbClr val="FFFFFF"/>
                </a:solidFill>
              </a:defRPr>
            </a:lvl7pPr>
            <a:lvl8pPr lvl="7" rtl="0" algn="l">
              <a:lnSpc>
                <a:spcPct val="100000"/>
              </a:lnSpc>
              <a:spcBef>
                <a:spcPts val="0"/>
              </a:spcBef>
              <a:spcAft>
                <a:spcPts val="0"/>
              </a:spcAft>
              <a:buSzPts val="2000"/>
              <a:buNone/>
              <a:defRPr>
                <a:solidFill>
                  <a:srgbClr val="FFFFFF"/>
                </a:solidFill>
              </a:defRPr>
            </a:lvl8pPr>
            <a:lvl9pPr lvl="8" rtl="0" algn="l">
              <a:lnSpc>
                <a:spcPct val="100000"/>
              </a:lnSpc>
              <a:spcBef>
                <a:spcPts val="0"/>
              </a:spcBef>
              <a:spcAft>
                <a:spcPts val="0"/>
              </a:spcAft>
              <a:buSzPts val="2000"/>
              <a:buNone/>
              <a:defRPr>
                <a:solidFill>
                  <a:srgbClr val="FFFFFF"/>
                </a:solidFill>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photo placeholder 2">
  <p:cSld name="BLANK_3_1_1_1_1_2_1_1_1_1_1_1_1_1_1_1_1_1_1_1_1_1_1_1_1_2_1_4">
    <p:bg>
      <p:bgPr>
        <a:solidFill>
          <a:srgbClr val="F6F9FC"/>
        </a:solidFill>
      </p:bgPr>
    </p:bg>
    <p:spTree>
      <p:nvGrpSpPr>
        <p:cNvPr id="916" name="Shape 916"/>
        <p:cNvGrpSpPr/>
        <p:nvPr/>
      </p:nvGrpSpPr>
      <p:grpSpPr>
        <a:xfrm>
          <a:off x="0" y="0"/>
          <a:ext cx="0" cy="0"/>
          <a:chOff x="0" y="0"/>
          <a:chExt cx="0" cy="0"/>
        </a:xfrm>
      </p:grpSpPr>
      <p:sp>
        <p:nvSpPr>
          <p:cNvPr id="917" name="Google Shape;917;p100"/>
          <p:cNvSpPr/>
          <p:nvPr/>
        </p:nvSpPr>
        <p:spPr>
          <a:xfrm>
            <a:off x="0" y="0"/>
            <a:ext cx="9144000" cy="1850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00"/>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9" name="Google Shape;919;p100"/>
          <p:cNvGrpSpPr/>
          <p:nvPr/>
        </p:nvGrpSpPr>
        <p:grpSpPr>
          <a:xfrm>
            <a:off x="8247715" y="4884429"/>
            <a:ext cx="648372" cy="183782"/>
            <a:chOff x="12596224" y="4969749"/>
            <a:chExt cx="2253641" cy="638797"/>
          </a:xfrm>
        </p:grpSpPr>
        <p:sp>
          <p:nvSpPr>
            <p:cNvPr id="920" name="Google Shape;920;p10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21" name="Google Shape;921;p10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922" name="Google Shape;922;p100"/>
          <p:cNvSpPr txBox="1"/>
          <p:nvPr>
            <p:ph type="title"/>
          </p:nvPr>
        </p:nvSpPr>
        <p:spPr>
          <a:xfrm>
            <a:off x="309000" y="350258"/>
            <a:ext cx="8526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b="0" i="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000"/>
              <a:buNone/>
              <a:defRPr>
                <a:solidFill>
                  <a:srgbClr val="FFFFFF"/>
                </a:solidFill>
              </a:defRPr>
            </a:lvl2pPr>
            <a:lvl3pPr lvl="2" rtl="0" algn="l">
              <a:lnSpc>
                <a:spcPct val="100000"/>
              </a:lnSpc>
              <a:spcBef>
                <a:spcPts val="0"/>
              </a:spcBef>
              <a:spcAft>
                <a:spcPts val="0"/>
              </a:spcAft>
              <a:buSzPts val="2000"/>
              <a:buNone/>
              <a:defRPr>
                <a:solidFill>
                  <a:srgbClr val="FFFFFF"/>
                </a:solidFill>
              </a:defRPr>
            </a:lvl3pPr>
            <a:lvl4pPr lvl="3" rtl="0" algn="l">
              <a:lnSpc>
                <a:spcPct val="100000"/>
              </a:lnSpc>
              <a:spcBef>
                <a:spcPts val="0"/>
              </a:spcBef>
              <a:spcAft>
                <a:spcPts val="0"/>
              </a:spcAft>
              <a:buSzPts val="2000"/>
              <a:buNone/>
              <a:defRPr>
                <a:solidFill>
                  <a:srgbClr val="FFFFFF"/>
                </a:solidFill>
              </a:defRPr>
            </a:lvl4pPr>
            <a:lvl5pPr lvl="4" rtl="0" algn="l">
              <a:lnSpc>
                <a:spcPct val="100000"/>
              </a:lnSpc>
              <a:spcBef>
                <a:spcPts val="0"/>
              </a:spcBef>
              <a:spcAft>
                <a:spcPts val="0"/>
              </a:spcAft>
              <a:buSzPts val="2000"/>
              <a:buNone/>
              <a:defRPr>
                <a:solidFill>
                  <a:srgbClr val="FFFFFF"/>
                </a:solidFill>
              </a:defRPr>
            </a:lvl5pPr>
            <a:lvl6pPr lvl="5" rtl="0" algn="l">
              <a:lnSpc>
                <a:spcPct val="100000"/>
              </a:lnSpc>
              <a:spcBef>
                <a:spcPts val="0"/>
              </a:spcBef>
              <a:spcAft>
                <a:spcPts val="0"/>
              </a:spcAft>
              <a:buSzPts val="2000"/>
              <a:buNone/>
              <a:defRPr>
                <a:solidFill>
                  <a:srgbClr val="FFFFFF"/>
                </a:solidFill>
              </a:defRPr>
            </a:lvl6pPr>
            <a:lvl7pPr lvl="6" rtl="0" algn="l">
              <a:lnSpc>
                <a:spcPct val="100000"/>
              </a:lnSpc>
              <a:spcBef>
                <a:spcPts val="0"/>
              </a:spcBef>
              <a:spcAft>
                <a:spcPts val="0"/>
              </a:spcAft>
              <a:buSzPts val="2000"/>
              <a:buNone/>
              <a:defRPr>
                <a:solidFill>
                  <a:srgbClr val="FFFFFF"/>
                </a:solidFill>
              </a:defRPr>
            </a:lvl7pPr>
            <a:lvl8pPr lvl="7" rtl="0" algn="l">
              <a:lnSpc>
                <a:spcPct val="100000"/>
              </a:lnSpc>
              <a:spcBef>
                <a:spcPts val="0"/>
              </a:spcBef>
              <a:spcAft>
                <a:spcPts val="0"/>
              </a:spcAft>
              <a:buSzPts val="2000"/>
              <a:buNone/>
              <a:defRPr>
                <a:solidFill>
                  <a:srgbClr val="FFFFFF"/>
                </a:solidFill>
              </a:defRPr>
            </a:lvl8pPr>
            <a:lvl9pPr lvl="8" rtl="0" algn="l">
              <a:lnSpc>
                <a:spcPct val="100000"/>
              </a:lnSpc>
              <a:spcBef>
                <a:spcPts val="0"/>
              </a:spcBef>
              <a:spcAft>
                <a:spcPts val="0"/>
              </a:spcAft>
              <a:buSzPts val="2000"/>
              <a:buNone/>
              <a:defRPr>
                <a:solidFill>
                  <a:srgbClr val="FFFFFF"/>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White Title Bar with photo placeholder 3">
  <p:cSld name="BLANK_3_1_1_1_1_2_1_1_1_1_1_1_1_1_1_1_1_1_1_1_1_1_1_1_1_2_1_1_1">
    <p:bg>
      <p:bgPr>
        <a:solidFill>
          <a:srgbClr val="213343"/>
        </a:solidFill>
      </p:bgPr>
    </p:bg>
    <p:spTree>
      <p:nvGrpSpPr>
        <p:cNvPr id="923" name="Shape 923"/>
        <p:cNvGrpSpPr/>
        <p:nvPr/>
      </p:nvGrpSpPr>
      <p:grpSpPr>
        <a:xfrm>
          <a:off x="0" y="0"/>
          <a:ext cx="0" cy="0"/>
          <a:chOff x="0" y="0"/>
          <a:chExt cx="0" cy="0"/>
        </a:xfrm>
      </p:grpSpPr>
      <p:sp>
        <p:nvSpPr>
          <p:cNvPr id="924" name="Google Shape;924;p101"/>
          <p:cNvSpPr/>
          <p:nvPr/>
        </p:nvSpPr>
        <p:spPr>
          <a:xfrm>
            <a:off x="0" y="0"/>
            <a:ext cx="9144000" cy="1850700"/>
          </a:xfrm>
          <a:prstGeom prst="rect">
            <a:avLst/>
          </a:prstGeom>
          <a:solidFill>
            <a:srgbClr val="FE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0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101"/>
          <p:cNvGrpSpPr/>
          <p:nvPr/>
        </p:nvGrpSpPr>
        <p:grpSpPr>
          <a:xfrm>
            <a:off x="8247715" y="4884429"/>
            <a:ext cx="648372" cy="183782"/>
            <a:chOff x="12596224" y="4969749"/>
            <a:chExt cx="2253641" cy="638797"/>
          </a:xfrm>
        </p:grpSpPr>
        <p:sp>
          <p:nvSpPr>
            <p:cNvPr id="927" name="Google Shape;927;p10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28" name="Google Shape;928;p10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929" name="Google Shape;929;p101"/>
          <p:cNvSpPr txBox="1"/>
          <p:nvPr>
            <p:ph type="title"/>
          </p:nvPr>
        </p:nvSpPr>
        <p:spPr>
          <a:xfrm>
            <a:off x="309000" y="350258"/>
            <a:ext cx="8526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000"/>
              <a:buNone/>
              <a:defRPr b="0" i="0">
                <a:solidFill>
                  <a:schemeClr val="dk1"/>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000"/>
              <a:buNone/>
              <a:defRPr/>
            </a:lvl2pPr>
            <a:lvl3pPr lvl="2" rtl="0" algn="l">
              <a:lnSpc>
                <a:spcPct val="100000"/>
              </a:lnSpc>
              <a:spcBef>
                <a:spcPts val="0"/>
              </a:spcBef>
              <a:spcAft>
                <a:spcPts val="0"/>
              </a:spcAft>
              <a:buSzPts val="2000"/>
              <a:buNone/>
              <a:defRPr/>
            </a:lvl3pPr>
            <a:lvl4pPr lvl="3" rtl="0" algn="l">
              <a:lnSpc>
                <a:spcPct val="100000"/>
              </a:lnSpc>
              <a:spcBef>
                <a:spcPts val="0"/>
              </a:spcBef>
              <a:spcAft>
                <a:spcPts val="0"/>
              </a:spcAft>
              <a:buSzPts val="2000"/>
              <a:buNone/>
              <a:defRPr/>
            </a:lvl4pPr>
            <a:lvl5pPr lvl="4" rtl="0" algn="l">
              <a:lnSpc>
                <a:spcPct val="100000"/>
              </a:lnSpc>
              <a:spcBef>
                <a:spcPts val="0"/>
              </a:spcBef>
              <a:spcAft>
                <a:spcPts val="0"/>
              </a:spcAft>
              <a:buSzPts val="2000"/>
              <a:buNone/>
              <a:defRPr/>
            </a:lvl5pPr>
            <a:lvl6pPr lvl="5" rtl="0" algn="l">
              <a:lnSpc>
                <a:spcPct val="100000"/>
              </a:lnSpc>
              <a:spcBef>
                <a:spcPts val="0"/>
              </a:spcBef>
              <a:spcAft>
                <a:spcPts val="0"/>
              </a:spcAft>
              <a:buSzPts val="2000"/>
              <a:buNone/>
              <a:defRPr/>
            </a:lvl6pPr>
            <a:lvl7pPr lvl="6" rtl="0" algn="l">
              <a:lnSpc>
                <a:spcPct val="100000"/>
              </a:lnSpc>
              <a:spcBef>
                <a:spcPts val="0"/>
              </a:spcBef>
              <a:spcAft>
                <a:spcPts val="0"/>
              </a:spcAft>
              <a:buSzPts val="2000"/>
              <a:buNone/>
              <a:defRPr/>
            </a:lvl7pPr>
            <a:lvl8pPr lvl="7" rtl="0" algn="l">
              <a:lnSpc>
                <a:spcPct val="100000"/>
              </a:lnSpc>
              <a:spcBef>
                <a:spcPts val="0"/>
              </a:spcBef>
              <a:spcAft>
                <a:spcPts val="0"/>
              </a:spcAft>
              <a:buSzPts val="2000"/>
              <a:buNone/>
              <a:defRPr/>
            </a:lvl8pPr>
            <a:lvl9pPr lvl="8" rtl="0" algn="l">
              <a:lnSpc>
                <a:spcPct val="100000"/>
              </a:lnSpc>
              <a:spcBef>
                <a:spcPts val="0"/>
              </a:spcBef>
              <a:spcAft>
                <a:spcPts val="0"/>
              </a:spcAft>
              <a:buSzPts val="20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photo placeholder 4">
  <p:cSld name="BLANK_3_1_1_1_1_2_1_1_1_1_1_1_1_1_1_1_1_1_1_1_1_1_1_1_1_2_1_3_1">
    <p:bg>
      <p:bgPr>
        <a:solidFill>
          <a:schemeClr val="accent2"/>
        </a:solidFill>
      </p:bgPr>
    </p:bg>
    <p:spTree>
      <p:nvGrpSpPr>
        <p:cNvPr id="930" name="Shape 930"/>
        <p:cNvGrpSpPr/>
        <p:nvPr/>
      </p:nvGrpSpPr>
      <p:grpSpPr>
        <a:xfrm>
          <a:off x="0" y="0"/>
          <a:ext cx="0" cy="0"/>
          <a:chOff x="0" y="0"/>
          <a:chExt cx="0" cy="0"/>
        </a:xfrm>
      </p:grpSpPr>
      <p:sp>
        <p:nvSpPr>
          <p:cNvPr id="931" name="Google Shape;931;p102"/>
          <p:cNvSpPr/>
          <p:nvPr/>
        </p:nvSpPr>
        <p:spPr>
          <a:xfrm>
            <a:off x="0" y="0"/>
            <a:ext cx="9144000" cy="1850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0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102"/>
          <p:cNvGrpSpPr/>
          <p:nvPr/>
        </p:nvGrpSpPr>
        <p:grpSpPr>
          <a:xfrm>
            <a:off x="8247715" y="4884429"/>
            <a:ext cx="648372" cy="183782"/>
            <a:chOff x="12596224" y="4969749"/>
            <a:chExt cx="2253641" cy="638797"/>
          </a:xfrm>
        </p:grpSpPr>
        <p:sp>
          <p:nvSpPr>
            <p:cNvPr id="934" name="Google Shape;934;p10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35" name="Google Shape;935;p10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936" name="Google Shape;936;p102"/>
          <p:cNvSpPr txBox="1"/>
          <p:nvPr>
            <p:ph type="title"/>
          </p:nvPr>
        </p:nvSpPr>
        <p:spPr>
          <a:xfrm>
            <a:off x="309000" y="350258"/>
            <a:ext cx="8526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000"/>
              <a:buNone/>
              <a:defRPr b="0" i="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000"/>
              <a:buNone/>
              <a:defRPr>
                <a:solidFill>
                  <a:srgbClr val="FFFFFF"/>
                </a:solidFill>
              </a:defRPr>
            </a:lvl2pPr>
            <a:lvl3pPr lvl="2" rtl="0" algn="l">
              <a:lnSpc>
                <a:spcPct val="100000"/>
              </a:lnSpc>
              <a:spcBef>
                <a:spcPts val="0"/>
              </a:spcBef>
              <a:spcAft>
                <a:spcPts val="0"/>
              </a:spcAft>
              <a:buSzPts val="2000"/>
              <a:buNone/>
              <a:defRPr>
                <a:solidFill>
                  <a:srgbClr val="FFFFFF"/>
                </a:solidFill>
              </a:defRPr>
            </a:lvl3pPr>
            <a:lvl4pPr lvl="3" rtl="0" algn="l">
              <a:lnSpc>
                <a:spcPct val="100000"/>
              </a:lnSpc>
              <a:spcBef>
                <a:spcPts val="0"/>
              </a:spcBef>
              <a:spcAft>
                <a:spcPts val="0"/>
              </a:spcAft>
              <a:buSzPts val="2000"/>
              <a:buNone/>
              <a:defRPr>
                <a:solidFill>
                  <a:srgbClr val="FFFFFF"/>
                </a:solidFill>
              </a:defRPr>
            </a:lvl4pPr>
            <a:lvl5pPr lvl="4" rtl="0" algn="l">
              <a:lnSpc>
                <a:spcPct val="100000"/>
              </a:lnSpc>
              <a:spcBef>
                <a:spcPts val="0"/>
              </a:spcBef>
              <a:spcAft>
                <a:spcPts val="0"/>
              </a:spcAft>
              <a:buSzPts val="2000"/>
              <a:buNone/>
              <a:defRPr>
                <a:solidFill>
                  <a:srgbClr val="FFFFFF"/>
                </a:solidFill>
              </a:defRPr>
            </a:lvl5pPr>
            <a:lvl6pPr lvl="5" rtl="0" algn="l">
              <a:lnSpc>
                <a:spcPct val="100000"/>
              </a:lnSpc>
              <a:spcBef>
                <a:spcPts val="0"/>
              </a:spcBef>
              <a:spcAft>
                <a:spcPts val="0"/>
              </a:spcAft>
              <a:buSzPts val="2000"/>
              <a:buNone/>
              <a:defRPr>
                <a:solidFill>
                  <a:srgbClr val="FFFFFF"/>
                </a:solidFill>
              </a:defRPr>
            </a:lvl6pPr>
            <a:lvl7pPr lvl="6" rtl="0" algn="l">
              <a:lnSpc>
                <a:spcPct val="100000"/>
              </a:lnSpc>
              <a:spcBef>
                <a:spcPts val="0"/>
              </a:spcBef>
              <a:spcAft>
                <a:spcPts val="0"/>
              </a:spcAft>
              <a:buSzPts val="2000"/>
              <a:buNone/>
              <a:defRPr>
                <a:solidFill>
                  <a:srgbClr val="FFFFFF"/>
                </a:solidFill>
              </a:defRPr>
            </a:lvl7pPr>
            <a:lvl8pPr lvl="7" rtl="0" algn="l">
              <a:lnSpc>
                <a:spcPct val="100000"/>
              </a:lnSpc>
              <a:spcBef>
                <a:spcPts val="0"/>
              </a:spcBef>
              <a:spcAft>
                <a:spcPts val="0"/>
              </a:spcAft>
              <a:buSzPts val="2000"/>
              <a:buNone/>
              <a:defRPr>
                <a:solidFill>
                  <a:srgbClr val="FFFFFF"/>
                </a:solidFill>
              </a:defRPr>
            </a:lvl8pPr>
            <a:lvl9pPr lvl="8" rtl="0" algn="l">
              <a:lnSpc>
                <a:spcPct val="100000"/>
              </a:lnSpc>
              <a:spcBef>
                <a:spcPts val="0"/>
              </a:spcBef>
              <a:spcAft>
                <a:spcPts val="0"/>
              </a:spcAft>
              <a:buSzPts val="2000"/>
              <a:buNone/>
              <a:defRPr>
                <a:solidFill>
                  <a:srgbClr val="FFFFFF"/>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1">
  <p:cSld name="BLANK_3_1_1_1_1_2_1_1_1_1_1_1_1_1_1_1_1_1_1_1_1_1_1_1_1_2_2">
    <p:bg>
      <p:bgPr>
        <a:solidFill>
          <a:srgbClr val="F6F9FC"/>
        </a:solidFill>
      </p:bgPr>
    </p:bg>
    <p:spTree>
      <p:nvGrpSpPr>
        <p:cNvPr id="937" name="Shape 937"/>
        <p:cNvGrpSpPr/>
        <p:nvPr/>
      </p:nvGrpSpPr>
      <p:grpSpPr>
        <a:xfrm>
          <a:off x="0" y="0"/>
          <a:ext cx="0" cy="0"/>
          <a:chOff x="0" y="0"/>
          <a:chExt cx="0" cy="0"/>
        </a:xfrm>
      </p:grpSpPr>
      <p:sp>
        <p:nvSpPr>
          <p:cNvPr id="938" name="Google Shape;938;p103"/>
          <p:cNvSpPr/>
          <p:nvPr/>
        </p:nvSpPr>
        <p:spPr>
          <a:xfrm>
            <a:off x="-9450" y="0"/>
            <a:ext cx="9162900" cy="17304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03"/>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grpSp>
        <p:nvGrpSpPr>
          <p:cNvPr id="940" name="Google Shape;940;p103"/>
          <p:cNvGrpSpPr/>
          <p:nvPr/>
        </p:nvGrpSpPr>
        <p:grpSpPr>
          <a:xfrm>
            <a:off x="7311553" y="552266"/>
            <a:ext cx="1845082" cy="631508"/>
            <a:chOff x="4171550" y="3128675"/>
            <a:chExt cx="2028900" cy="631508"/>
          </a:xfrm>
        </p:grpSpPr>
        <p:sp>
          <p:nvSpPr>
            <p:cNvPr id="941" name="Google Shape;941;p103"/>
            <p:cNvSpPr/>
            <p:nvPr/>
          </p:nvSpPr>
          <p:spPr>
            <a:xfrm>
              <a:off x="4171550" y="3128675"/>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03"/>
            <p:cNvSpPr/>
            <p:nvPr/>
          </p:nvSpPr>
          <p:spPr>
            <a:xfrm>
              <a:off x="4171550" y="3300878"/>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03"/>
            <p:cNvSpPr/>
            <p:nvPr/>
          </p:nvSpPr>
          <p:spPr>
            <a:xfrm>
              <a:off x="4171550" y="3473081"/>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03"/>
            <p:cNvSpPr/>
            <p:nvPr/>
          </p:nvSpPr>
          <p:spPr>
            <a:xfrm>
              <a:off x="4171550" y="3645283"/>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1">
  <p:cSld name="BLANK_3_1_1_1_1_2_1_1_1_1_1_1_1_1_1_1_1_1_1_1_1_1_1_1_1_2_1_2">
    <p:bg>
      <p:bgPr>
        <a:solidFill>
          <a:srgbClr val="F6F9FC"/>
        </a:solidFill>
      </p:bgPr>
    </p:bg>
    <p:spTree>
      <p:nvGrpSpPr>
        <p:cNvPr id="945" name="Shape 945"/>
        <p:cNvGrpSpPr/>
        <p:nvPr/>
      </p:nvGrpSpPr>
      <p:grpSpPr>
        <a:xfrm>
          <a:off x="0" y="0"/>
          <a:ext cx="0" cy="0"/>
          <a:chOff x="0" y="0"/>
          <a:chExt cx="0" cy="0"/>
        </a:xfrm>
      </p:grpSpPr>
      <p:sp>
        <p:nvSpPr>
          <p:cNvPr id="946" name="Google Shape;946;p104"/>
          <p:cNvSpPr/>
          <p:nvPr/>
        </p:nvSpPr>
        <p:spPr>
          <a:xfrm>
            <a:off x="-9450" y="0"/>
            <a:ext cx="9162900" cy="17304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04"/>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grpSp>
        <p:nvGrpSpPr>
          <p:cNvPr id="948" name="Google Shape;948;p104"/>
          <p:cNvGrpSpPr/>
          <p:nvPr/>
        </p:nvGrpSpPr>
        <p:grpSpPr>
          <a:xfrm>
            <a:off x="7311553" y="552266"/>
            <a:ext cx="1845082" cy="631508"/>
            <a:chOff x="4171550" y="3128675"/>
            <a:chExt cx="2028900" cy="631508"/>
          </a:xfrm>
        </p:grpSpPr>
        <p:sp>
          <p:nvSpPr>
            <p:cNvPr id="949" name="Google Shape;949;p104"/>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04"/>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04"/>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04"/>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2">
  <p:cSld name="BLANK_3_1_1_1_1_2_1_1_1_1_1_1_1_1_1_1_1_1_1_1_1_1_1_1_1_2_3">
    <p:bg>
      <p:bgPr>
        <a:solidFill>
          <a:schemeClr val="dk1"/>
        </a:solidFill>
      </p:bgPr>
    </p:bg>
    <p:spTree>
      <p:nvGrpSpPr>
        <p:cNvPr id="953" name="Shape 953"/>
        <p:cNvGrpSpPr/>
        <p:nvPr/>
      </p:nvGrpSpPr>
      <p:grpSpPr>
        <a:xfrm>
          <a:off x="0" y="0"/>
          <a:ext cx="0" cy="0"/>
          <a:chOff x="0" y="0"/>
          <a:chExt cx="0" cy="0"/>
        </a:xfrm>
      </p:grpSpPr>
      <p:sp>
        <p:nvSpPr>
          <p:cNvPr id="954" name="Google Shape;954;p105"/>
          <p:cNvSpPr/>
          <p:nvPr/>
        </p:nvSpPr>
        <p:spPr>
          <a:xfrm>
            <a:off x="-6800" y="0"/>
            <a:ext cx="9156600" cy="17556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05"/>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grpSp>
        <p:nvGrpSpPr>
          <p:cNvPr id="956" name="Google Shape;956;p105"/>
          <p:cNvGrpSpPr/>
          <p:nvPr/>
        </p:nvGrpSpPr>
        <p:grpSpPr>
          <a:xfrm>
            <a:off x="7311553" y="552266"/>
            <a:ext cx="1845082" cy="631508"/>
            <a:chOff x="4171550" y="3128675"/>
            <a:chExt cx="2028900" cy="631508"/>
          </a:xfrm>
        </p:grpSpPr>
        <p:sp>
          <p:nvSpPr>
            <p:cNvPr id="957" name="Google Shape;957;p105"/>
            <p:cNvSpPr/>
            <p:nvPr/>
          </p:nvSpPr>
          <p:spPr>
            <a:xfrm>
              <a:off x="4171550" y="3128675"/>
              <a:ext cx="2028900" cy="1149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05"/>
            <p:cNvSpPr/>
            <p:nvPr/>
          </p:nvSpPr>
          <p:spPr>
            <a:xfrm>
              <a:off x="4171550" y="3300878"/>
              <a:ext cx="2028900" cy="1149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05"/>
            <p:cNvSpPr/>
            <p:nvPr/>
          </p:nvSpPr>
          <p:spPr>
            <a:xfrm>
              <a:off x="4171550" y="3473081"/>
              <a:ext cx="2028900" cy="1149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05"/>
            <p:cNvSpPr/>
            <p:nvPr/>
          </p:nvSpPr>
          <p:spPr>
            <a:xfrm>
              <a:off x="4171550" y="3645283"/>
              <a:ext cx="2028900" cy="1149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2">
  <p:cSld name="BLANK_3_1_1_1_1_2_1_1_1_1_1_1_1_1_1_1_1_1_1_1_1_1_1_1_1_2_1_3">
    <p:bg>
      <p:bgPr>
        <a:solidFill>
          <a:schemeClr val="accent2"/>
        </a:solidFill>
      </p:bgPr>
    </p:bg>
    <p:spTree>
      <p:nvGrpSpPr>
        <p:cNvPr id="961" name="Shape 961"/>
        <p:cNvGrpSpPr/>
        <p:nvPr/>
      </p:nvGrpSpPr>
      <p:grpSpPr>
        <a:xfrm>
          <a:off x="0" y="0"/>
          <a:ext cx="0" cy="0"/>
          <a:chOff x="0" y="0"/>
          <a:chExt cx="0" cy="0"/>
        </a:xfrm>
      </p:grpSpPr>
      <p:sp>
        <p:nvSpPr>
          <p:cNvPr id="962" name="Google Shape;962;p106"/>
          <p:cNvSpPr/>
          <p:nvPr/>
        </p:nvSpPr>
        <p:spPr>
          <a:xfrm>
            <a:off x="-9450" y="0"/>
            <a:ext cx="9162900" cy="17304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06"/>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grpSp>
        <p:nvGrpSpPr>
          <p:cNvPr id="964" name="Google Shape;964;p106"/>
          <p:cNvGrpSpPr/>
          <p:nvPr/>
        </p:nvGrpSpPr>
        <p:grpSpPr>
          <a:xfrm>
            <a:off x="7311553" y="552266"/>
            <a:ext cx="1845082" cy="631508"/>
            <a:chOff x="4171550" y="3128675"/>
            <a:chExt cx="2028900" cy="631508"/>
          </a:xfrm>
        </p:grpSpPr>
        <p:sp>
          <p:nvSpPr>
            <p:cNvPr id="965" name="Google Shape;965;p106"/>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06"/>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06"/>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06"/>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navy">
  <p:cSld name="CUSTOM_1_1_1_1_1_1_5_1_1">
    <p:bg>
      <p:bgPr>
        <a:solidFill>
          <a:schemeClr val="dk1"/>
        </a:solidFill>
      </p:bgPr>
    </p:bg>
    <p:spTree>
      <p:nvGrpSpPr>
        <p:cNvPr id="969" name="Shape 969"/>
        <p:cNvGrpSpPr/>
        <p:nvPr/>
      </p:nvGrpSpPr>
      <p:grpSpPr>
        <a:xfrm>
          <a:off x="0" y="0"/>
          <a:ext cx="0" cy="0"/>
          <a:chOff x="0" y="0"/>
          <a:chExt cx="0" cy="0"/>
        </a:xfrm>
      </p:grpSpPr>
      <p:pic>
        <p:nvPicPr>
          <p:cNvPr id="970" name="Google Shape;970;p107"/>
          <p:cNvPicPr preferRelativeResize="0"/>
          <p:nvPr/>
        </p:nvPicPr>
        <p:blipFill rotWithShape="1">
          <a:blip r:embed="rId2">
            <a:alphaModFix/>
          </a:blip>
          <a:srcRect b="0" l="0" r="0" t="0"/>
          <a:stretch/>
        </p:blipFill>
        <p:spPr>
          <a:xfrm>
            <a:off x="1639525" y="791525"/>
            <a:ext cx="5864949" cy="3560450"/>
          </a:xfrm>
          <a:prstGeom prst="rect">
            <a:avLst/>
          </a:prstGeom>
          <a:noFill/>
          <a:ln>
            <a:noFill/>
          </a:ln>
        </p:spPr>
      </p:pic>
      <p:cxnSp>
        <p:nvCxnSpPr>
          <p:cNvPr id="971" name="Google Shape;971;p107"/>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972" name="Google Shape;972;p10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973" name="Google Shape;973;p107"/>
          <p:cNvSpPr/>
          <p:nvPr>
            <p:ph idx="2" type="pic"/>
          </p:nvPr>
        </p:nvSpPr>
        <p:spPr>
          <a:xfrm>
            <a:off x="1648500" y="1061576"/>
            <a:ext cx="5847000" cy="3283500"/>
          </a:xfrm>
          <a:prstGeom prst="round2SameRect">
            <a:avLst>
              <a:gd fmla="val 0" name="adj1"/>
              <a:gd fmla="val 2149" name="adj2"/>
            </a:avLst>
          </a:prstGeom>
          <a:noFill/>
          <a:ln>
            <a:noFill/>
          </a:ln>
        </p:spPr>
      </p:sp>
      <p:sp>
        <p:nvSpPr>
          <p:cNvPr id="974" name="Google Shape;974;p107"/>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5" name="Google Shape;975;p107"/>
          <p:cNvGrpSpPr/>
          <p:nvPr/>
        </p:nvGrpSpPr>
        <p:grpSpPr>
          <a:xfrm>
            <a:off x="8247715" y="4884429"/>
            <a:ext cx="648372" cy="183782"/>
            <a:chOff x="12596224" y="4969749"/>
            <a:chExt cx="2253641" cy="638797"/>
          </a:xfrm>
        </p:grpSpPr>
        <p:sp>
          <p:nvSpPr>
            <p:cNvPr id="976" name="Google Shape;976;p10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77" name="Google Shape;977;p10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beige">
  <p:cSld name="CUSTOM_1_1_1_1_1_1_4_7">
    <p:bg>
      <p:bgPr>
        <a:solidFill>
          <a:schemeClr val="accent2"/>
        </a:solidFill>
      </p:bgPr>
    </p:bg>
    <p:spTree>
      <p:nvGrpSpPr>
        <p:cNvPr id="978" name="Shape 978"/>
        <p:cNvGrpSpPr/>
        <p:nvPr/>
      </p:nvGrpSpPr>
      <p:grpSpPr>
        <a:xfrm>
          <a:off x="0" y="0"/>
          <a:ext cx="0" cy="0"/>
          <a:chOff x="0" y="0"/>
          <a:chExt cx="0" cy="0"/>
        </a:xfrm>
      </p:grpSpPr>
      <p:pic>
        <p:nvPicPr>
          <p:cNvPr id="979" name="Google Shape;979;p108"/>
          <p:cNvPicPr preferRelativeResize="0"/>
          <p:nvPr/>
        </p:nvPicPr>
        <p:blipFill rotWithShape="1">
          <a:blip r:embed="rId2">
            <a:alphaModFix/>
          </a:blip>
          <a:srcRect b="0" l="0" r="0" t="0"/>
          <a:stretch/>
        </p:blipFill>
        <p:spPr>
          <a:xfrm>
            <a:off x="1639525" y="791525"/>
            <a:ext cx="5864949" cy="3560450"/>
          </a:xfrm>
          <a:prstGeom prst="rect">
            <a:avLst/>
          </a:prstGeom>
          <a:noFill/>
          <a:ln>
            <a:noFill/>
          </a:ln>
        </p:spPr>
      </p:pic>
      <p:cxnSp>
        <p:nvCxnSpPr>
          <p:cNvPr id="980" name="Google Shape;980;p108"/>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981" name="Google Shape;981;p10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982" name="Google Shape;982;p108"/>
          <p:cNvSpPr/>
          <p:nvPr>
            <p:ph idx="2" type="pic"/>
          </p:nvPr>
        </p:nvSpPr>
        <p:spPr>
          <a:xfrm>
            <a:off x="1648500" y="1061576"/>
            <a:ext cx="5847000" cy="3283500"/>
          </a:xfrm>
          <a:prstGeom prst="round2SameRect">
            <a:avLst>
              <a:gd fmla="val 0" name="adj1"/>
              <a:gd fmla="val 2149" name="adj2"/>
            </a:avLst>
          </a:prstGeom>
          <a:noFill/>
          <a:ln>
            <a:noFill/>
          </a:ln>
        </p:spPr>
      </p:sp>
      <p:sp>
        <p:nvSpPr>
          <p:cNvPr id="983" name="Google Shape;983;p10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4" name="Google Shape;984;p108"/>
          <p:cNvGrpSpPr/>
          <p:nvPr/>
        </p:nvGrpSpPr>
        <p:grpSpPr>
          <a:xfrm>
            <a:off x="8247715" y="4884429"/>
            <a:ext cx="648372" cy="183782"/>
            <a:chOff x="12596224" y="4969749"/>
            <a:chExt cx="2253641" cy="638797"/>
          </a:xfrm>
        </p:grpSpPr>
        <p:sp>
          <p:nvSpPr>
            <p:cNvPr id="985" name="Google Shape;985;p10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86" name="Google Shape;986;p10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white">
  <p:cSld name="CUSTOM_1_1_1_1_1_1_2_2_8">
    <p:bg>
      <p:bgPr>
        <a:solidFill>
          <a:schemeClr val="lt1"/>
        </a:solidFill>
      </p:bgPr>
    </p:bg>
    <p:spTree>
      <p:nvGrpSpPr>
        <p:cNvPr id="987" name="Shape 987"/>
        <p:cNvGrpSpPr/>
        <p:nvPr/>
      </p:nvGrpSpPr>
      <p:grpSpPr>
        <a:xfrm>
          <a:off x="0" y="0"/>
          <a:ext cx="0" cy="0"/>
          <a:chOff x="0" y="0"/>
          <a:chExt cx="0" cy="0"/>
        </a:xfrm>
      </p:grpSpPr>
      <p:cxnSp>
        <p:nvCxnSpPr>
          <p:cNvPr id="988" name="Google Shape;988;p109"/>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989" name="Google Shape;989;p10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pic>
        <p:nvPicPr>
          <p:cNvPr id="990" name="Google Shape;990;p109"/>
          <p:cNvPicPr preferRelativeResize="0"/>
          <p:nvPr/>
        </p:nvPicPr>
        <p:blipFill rotWithShape="1">
          <a:blip r:embed="rId2">
            <a:alphaModFix/>
          </a:blip>
          <a:srcRect b="0" l="0" r="0" t="0"/>
          <a:stretch/>
        </p:blipFill>
        <p:spPr>
          <a:xfrm>
            <a:off x="1639525" y="791525"/>
            <a:ext cx="5864949" cy="3560450"/>
          </a:xfrm>
          <a:prstGeom prst="rect">
            <a:avLst/>
          </a:prstGeom>
          <a:noFill/>
          <a:ln>
            <a:noFill/>
          </a:ln>
        </p:spPr>
      </p:pic>
      <p:sp>
        <p:nvSpPr>
          <p:cNvPr id="991" name="Google Shape;991;p109"/>
          <p:cNvSpPr/>
          <p:nvPr>
            <p:ph idx="2" type="pic"/>
          </p:nvPr>
        </p:nvSpPr>
        <p:spPr>
          <a:xfrm>
            <a:off x="1648500" y="1061576"/>
            <a:ext cx="5847000" cy="3283500"/>
          </a:xfrm>
          <a:prstGeom prst="round2SameRect">
            <a:avLst>
              <a:gd fmla="val 0" name="adj1"/>
              <a:gd fmla="val 2149" name="adj2"/>
            </a:avLst>
          </a:prstGeom>
          <a:noFill/>
          <a:ln>
            <a:noFill/>
          </a:ln>
        </p:spPr>
      </p:sp>
      <p:sp>
        <p:nvSpPr>
          <p:cNvPr id="992" name="Google Shape;992;p109"/>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3" name="Google Shape;993;p109"/>
          <p:cNvGrpSpPr/>
          <p:nvPr/>
        </p:nvGrpSpPr>
        <p:grpSpPr>
          <a:xfrm>
            <a:off x="8247715" y="4884429"/>
            <a:ext cx="648372" cy="183782"/>
            <a:chOff x="12596224" y="4969749"/>
            <a:chExt cx="2253641" cy="638797"/>
          </a:xfrm>
        </p:grpSpPr>
        <p:sp>
          <p:nvSpPr>
            <p:cNvPr id="994" name="Google Shape;994;p10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995" name="Google Shape;995;p10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orange">
  <p:cSld name="CUSTOM_1_1_1_1_1_1_2_1_8">
    <p:bg>
      <p:bgPr>
        <a:solidFill>
          <a:srgbClr val="FF5C35"/>
        </a:solidFill>
      </p:bgPr>
    </p:bg>
    <p:spTree>
      <p:nvGrpSpPr>
        <p:cNvPr id="996" name="Shape 996"/>
        <p:cNvGrpSpPr/>
        <p:nvPr/>
      </p:nvGrpSpPr>
      <p:grpSpPr>
        <a:xfrm>
          <a:off x="0" y="0"/>
          <a:ext cx="0" cy="0"/>
          <a:chOff x="0" y="0"/>
          <a:chExt cx="0" cy="0"/>
        </a:xfrm>
      </p:grpSpPr>
      <p:cxnSp>
        <p:nvCxnSpPr>
          <p:cNvPr id="997" name="Google Shape;997;p110"/>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998" name="Google Shape;998;p11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pic>
        <p:nvPicPr>
          <p:cNvPr id="999" name="Google Shape;999;p110"/>
          <p:cNvPicPr preferRelativeResize="0"/>
          <p:nvPr/>
        </p:nvPicPr>
        <p:blipFill rotWithShape="1">
          <a:blip r:embed="rId2">
            <a:alphaModFix/>
          </a:blip>
          <a:srcRect b="0" l="0" r="0" t="0"/>
          <a:stretch/>
        </p:blipFill>
        <p:spPr>
          <a:xfrm>
            <a:off x="1639526" y="791525"/>
            <a:ext cx="5864949" cy="3560450"/>
          </a:xfrm>
          <a:prstGeom prst="rect">
            <a:avLst/>
          </a:prstGeom>
          <a:noFill/>
          <a:ln>
            <a:noFill/>
          </a:ln>
        </p:spPr>
      </p:pic>
      <p:sp>
        <p:nvSpPr>
          <p:cNvPr id="1000" name="Google Shape;1000;p110"/>
          <p:cNvSpPr/>
          <p:nvPr>
            <p:ph idx="2" type="pic"/>
          </p:nvPr>
        </p:nvSpPr>
        <p:spPr>
          <a:xfrm>
            <a:off x="1648500" y="1061576"/>
            <a:ext cx="5847000" cy="3283500"/>
          </a:xfrm>
          <a:prstGeom prst="round2SameRect">
            <a:avLst>
              <a:gd fmla="val 0" name="adj1"/>
              <a:gd fmla="val 2149" name="adj2"/>
            </a:avLst>
          </a:prstGeom>
          <a:noFill/>
          <a:ln>
            <a:noFill/>
          </a:ln>
        </p:spPr>
      </p:sp>
      <p:sp>
        <p:nvSpPr>
          <p:cNvPr id="1001" name="Google Shape;1001;p110"/>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2" name="Google Shape;1002;p110"/>
          <p:cNvGrpSpPr/>
          <p:nvPr/>
        </p:nvGrpSpPr>
        <p:grpSpPr>
          <a:xfrm>
            <a:off x="8247715" y="4884429"/>
            <a:ext cx="648372" cy="183782"/>
            <a:chOff x="12596224" y="4969749"/>
            <a:chExt cx="2253641" cy="638797"/>
          </a:xfrm>
        </p:grpSpPr>
        <p:sp>
          <p:nvSpPr>
            <p:cNvPr id="1003" name="Google Shape;1003;p11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04" name="Google Shape;1004;p11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navy 2">
  <p:cSld name="CUSTOM_1_1_1_1_1_1_5_1_1_3">
    <p:bg>
      <p:bgPr>
        <a:solidFill>
          <a:schemeClr val="dk1"/>
        </a:solidFill>
      </p:bgPr>
    </p:bg>
    <p:spTree>
      <p:nvGrpSpPr>
        <p:cNvPr id="1005" name="Shape 1005"/>
        <p:cNvGrpSpPr/>
        <p:nvPr/>
      </p:nvGrpSpPr>
      <p:grpSpPr>
        <a:xfrm>
          <a:off x="0" y="0"/>
          <a:ext cx="0" cy="0"/>
          <a:chOff x="0" y="0"/>
          <a:chExt cx="0" cy="0"/>
        </a:xfrm>
      </p:grpSpPr>
      <p:sp>
        <p:nvSpPr>
          <p:cNvPr id="1006" name="Google Shape;1006;p111"/>
          <p:cNvSpPr/>
          <p:nvPr/>
        </p:nvSpPr>
        <p:spPr>
          <a:xfrm rot="-5400000">
            <a:off x="-226500" y="1014050"/>
            <a:ext cx="4013400" cy="3560400"/>
          </a:xfrm>
          <a:prstGeom prst="flowChartDelay">
            <a:avLst/>
          </a:prstGeom>
          <a:solidFill>
            <a:srgbClr val="19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7" name="Google Shape;1007;p111"/>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008" name="Google Shape;1008;p11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009" name="Google Shape;1009;p111"/>
          <p:cNvSpPr/>
          <p:nvPr/>
        </p:nvSpPr>
        <p:spPr>
          <a:xfrm>
            <a:off x="4574025" y="737088"/>
            <a:ext cx="1193700" cy="1193700"/>
          </a:xfrm>
          <a:prstGeom prst="ellipse">
            <a:avLst/>
          </a:prstGeom>
          <a:solidFill>
            <a:srgbClr val="425B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0" name="Google Shape;1010;p111"/>
          <p:cNvPicPr preferRelativeResize="0"/>
          <p:nvPr/>
        </p:nvPicPr>
        <p:blipFill rotWithShape="1">
          <a:blip r:embed="rId2">
            <a:alphaModFix/>
          </a:blip>
          <a:srcRect b="0" l="0" r="0" t="0"/>
          <a:stretch/>
        </p:blipFill>
        <p:spPr>
          <a:xfrm>
            <a:off x="661800" y="1171609"/>
            <a:ext cx="4700700" cy="2853665"/>
          </a:xfrm>
          <a:prstGeom prst="rect">
            <a:avLst/>
          </a:prstGeom>
          <a:noFill/>
          <a:ln>
            <a:noFill/>
          </a:ln>
        </p:spPr>
      </p:pic>
      <p:sp>
        <p:nvSpPr>
          <p:cNvPr id="1011" name="Google Shape;1011;p111"/>
          <p:cNvSpPr/>
          <p:nvPr>
            <p:ph idx="2" type="pic"/>
          </p:nvPr>
        </p:nvSpPr>
        <p:spPr>
          <a:xfrm>
            <a:off x="661802" y="1385573"/>
            <a:ext cx="4700700" cy="2639700"/>
          </a:xfrm>
          <a:prstGeom prst="round2SameRect">
            <a:avLst>
              <a:gd fmla="val 0" name="adj1"/>
              <a:gd fmla="val 2149" name="adj2"/>
            </a:avLst>
          </a:prstGeom>
          <a:noFill/>
          <a:ln>
            <a:noFill/>
          </a:ln>
        </p:spPr>
      </p:sp>
      <p:sp>
        <p:nvSpPr>
          <p:cNvPr id="1012" name="Google Shape;1012;p11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3" name="Google Shape;1013;p111"/>
          <p:cNvGrpSpPr/>
          <p:nvPr/>
        </p:nvGrpSpPr>
        <p:grpSpPr>
          <a:xfrm>
            <a:off x="8247715" y="4884429"/>
            <a:ext cx="648372" cy="183782"/>
            <a:chOff x="12596224" y="4969749"/>
            <a:chExt cx="2253641" cy="638797"/>
          </a:xfrm>
        </p:grpSpPr>
        <p:sp>
          <p:nvSpPr>
            <p:cNvPr id="1014" name="Google Shape;1014;p11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15" name="Google Shape;1015;p11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beige 2">
  <p:cSld name="CUSTOM_1_1_1_1_1_1_4_7_3">
    <p:bg>
      <p:bgPr>
        <a:solidFill>
          <a:schemeClr val="accent2"/>
        </a:solidFill>
      </p:bgPr>
    </p:bg>
    <p:spTree>
      <p:nvGrpSpPr>
        <p:cNvPr id="1016" name="Shape 1016"/>
        <p:cNvGrpSpPr/>
        <p:nvPr/>
      </p:nvGrpSpPr>
      <p:grpSpPr>
        <a:xfrm>
          <a:off x="0" y="0"/>
          <a:ext cx="0" cy="0"/>
          <a:chOff x="0" y="0"/>
          <a:chExt cx="0" cy="0"/>
        </a:xfrm>
      </p:grpSpPr>
      <p:sp>
        <p:nvSpPr>
          <p:cNvPr id="1017" name="Google Shape;1017;p112"/>
          <p:cNvSpPr/>
          <p:nvPr/>
        </p:nvSpPr>
        <p:spPr>
          <a:xfrm rot="-5400000">
            <a:off x="-226500" y="1014050"/>
            <a:ext cx="4013400" cy="3560400"/>
          </a:xfrm>
          <a:prstGeom prst="flowChartDelay">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8" name="Google Shape;1018;p112"/>
          <p:cNvCxnSpPr/>
          <p:nvPr/>
        </p:nvCxnSpPr>
        <p:spPr>
          <a:xfrm rot="10800000">
            <a:off x="250100" y="50"/>
            <a:ext cx="0" cy="411000"/>
          </a:xfrm>
          <a:prstGeom prst="straightConnector1">
            <a:avLst/>
          </a:prstGeom>
          <a:noFill/>
          <a:ln cap="flat" cmpd="sng" w="28575">
            <a:solidFill>
              <a:schemeClr val="dk1"/>
            </a:solidFill>
            <a:prstDash val="solid"/>
            <a:round/>
            <a:headEnd len="med" w="med" type="none"/>
            <a:tailEnd len="med" w="med" type="none"/>
          </a:ln>
        </p:spPr>
      </p:cxnSp>
      <p:sp>
        <p:nvSpPr>
          <p:cNvPr id="1019" name="Google Shape;1019;p11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020" name="Google Shape;1020;p112"/>
          <p:cNvSpPr/>
          <p:nvPr/>
        </p:nvSpPr>
        <p:spPr>
          <a:xfrm>
            <a:off x="4574025" y="737088"/>
            <a:ext cx="1193700" cy="1193700"/>
          </a:xfrm>
          <a:prstGeom prst="ellipse">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1" name="Google Shape;1021;p112"/>
          <p:cNvPicPr preferRelativeResize="0"/>
          <p:nvPr/>
        </p:nvPicPr>
        <p:blipFill rotWithShape="1">
          <a:blip r:embed="rId2">
            <a:alphaModFix/>
          </a:blip>
          <a:srcRect b="0" l="0" r="0" t="0"/>
          <a:stretch/>
        </p:blipFill>
        <p:spPr>
          <a:xfrm>
            <a:off x="661800" y="1171609"/>
            <a:ext cx="4700700" cy="2853665"/>
          </a:xfrm>
          <a:prstGeom prst="rect">
            <a:avLst/>
          </a:prstGeom>
          <a:noFill/>
          <a:ln>
            <a:noFill/>
          </a:ln>
        </p:spPr>
      </p:pic>
      <p:sp>
        <p:nvSpPr>
          <p:cNvPr id="1022" name="Google Shape;1022;p112"/>
          <p:cNvSpPr/>
          <p:nvPr>
            <p:ph idx="2" type="pic"/>
          </p:nvPr>
        </p:nvSpPr>
        <p:spPr>
          <a:xfrm>
            <a:off x="661802" y="1385573"/>
            <a:ext cx="4700700" cy="2639700"/>
          </a:xfrm>
          <a:prstGeom prst="round2SameRect">
            <a:avLst>
              <a:gd fmla="val 0" name="adj1"/>
              <a:gd fmla="val 2149" name="adj2"/>
            </a:avLst>
          </a:prstGeom>
          <a:noFill/>
          <a:ln>
            <a:noFill/>
          </a:ln>
        </p:spPr>
      </p:sp>
      <p:sp>
        <p:nvSpPr>
          <p:cNvPr id="1023" name="Google Shape;1023;p11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4" name="Google Shape;1024;p112"/>
          <p:cNvGrpSpPr/>
          <p:nvPr/>
        </p:nvGrpSpPr>
        <p:grpSpPr>
          <a:xfrm>
            <a:off x="8247715" y="4884429"/>
            <a:ext cx="648372" cy="183782"/>
            <a:chOff x="12596224" y="4969749"/>
            <a:chExt cx="2253641" cy="638797"/>
          </a:xfrm>
        </p:grpSpPr>
        <p:sp>
          <p:nvSpPr>
            <p:cNvPr id="1025" name="Google Shape;1025;p11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26" name="Google Shape;1026;p11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white 2">
  <p:cSld name="CUSTOM_1_1_1_1_1_1_2_2_8_3">
    <p:bg>
      <p:bgPr>
        <a:solidFill>
          <a:schemeClr val="lt1"/>
        </a:solidFill>
      </p:bgPr>
    </p:bg>
    <p:spTree>
      <p:nvGrpSpPr>
        <p:cNvPr id="1027" name="Shape 1027"/>
        <p:cNvGrpSpPr/>
        <p:nvPr/>
      </p:nvGrpSpPr>
      <p:grpSpPr>
        <a:xfrm>
          <a:off x="0" y="0"/>
          <a:ext cx="0" cy="0"/>
          <a:chOff x="0" y="0"/>
          <a:chExt cx="0" cy="0"/>
        </a:xfrm>
      </p:grpSpPr>
      <p:sp>
        <p:nvSpPr>
          <p:cNvPr id="1028" name="Google Shape;1028;p113"/>
          <p:cNvSpPr/>
          <p:nvPr/>
        </p:nvSpPr>
        <p:spPr>
          <a:xfrm rot="-5400000">
            <a:off x="-226500" y="1014050"/>
            <a:ext cx="4013400" cy="3560400"/>
          </a:xfrm>
          <a:prstGeom prst="flowChartDelay">
            <a:avLst/>
          </a:prstGeom>
          <a:solidFill>
            <a:srgbClr val="FE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9" name="Google Shape;1029;p113"/>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030" name="Google Shape;1030;p113"/>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1031" name="Google Shape;1031;p113"/>
          <p:cNvSpPr/>
          <p:nvPr/>
        </p:nvSpPr>
        <p:spPr>
          <a:xfrm>
            <a:off x="4574025" y="737088"/>
            <a:ext cx="1193700" cy="1193700"/>
          </a:xfrm>
          <a:prstGeom prst="ellipse">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2" name="Google Shape;1032;p113"/>
          <p:cNvPicPr preferRelativeResize="0"/>
          <p:nvPr/>
        </p:nvPicPr>
        <p:blipFill rotWithShape="1">
          <a:blip r:embed="rId2">
            <a:alphaModFix/>
          </a:blip>
          <a:srcRect b="0" l="0" r="0" t="0"/>
          <a:stretch/>
        </p:blipFill>
        <p:spPr>
          <a:xfrm>
            <a:off x="661800" y="1171609"/>
            <a:ext cx="4700700" cy="2853665"/>
          </a:xfrm>
          <a:prstGeom prst="rect">
            <a:avLst/>
          </a:prstGeom>
          <a:noFill/>
          <a:ln>
            <a:noFill/>
          </a:ln>
        </p:spPr>
      </p:pic>
      <p:sp>
        <p:nvSpPr>
          <p:cNvPr id="1033" name="Google Shape;1033;p113"/>
          <p:cNvSpPr/>
          <p:nvPr>
            <p:ph idx="2" type="pic"/>
          </p:nvPr>
        </p:nvSpPr>
        <p:spPr>
          <a:xfrm>
            <a:off x="661802" y="1385573"/>
            <a:ext cx="4700700" cy="2639700"/>
          </a:xfrm>
          <a:prstGeom prst="round2SameRect">
            <a:avLst>
              <a:gd fmla="val 0" name="adj1"/>
              <a:gd fmla="val 2149" name="adj2"/>
            </a:avLst>
          </a:prstGeom>
          <a:noFill/>
          <a:ln>
            <a:noFill/>
          </a:ln>
        </p:spPr>
      </p:sp>
      <p:sp>
        <p:nvSpPr>
          <p:cNvPr id="1034" name="Google Shape;1034;p113"/>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5" name="Google Shape;1035;p113"/>
          <p:cNvGrpSpPr/>
          <p:nvPr/>
        </p:nvGrpSpPr>
        <p:grpSpPr>
          <a:xfrm>
            <a:off x="8247715" y="4884429"/>
            <a:ext cx="648372" cy="183782"/>
            <a:chOff x="12596224" y="4969749"/>
            <a:chExt cx="2253641" cy="638797"/>
          </a:xfrm>
        </p:grpSpPr>
        <p:sp>
          <p:nvSpPr>
            <p:cNvPr id="1036" name="Google Shape;1036;p11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37" name="Google Shape;1037;p11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Browser - orange 2">
  <p:cSld name="CUSTOM_1_1_1_1_1_1_2_1_8_3">
    <p:bg>
      <p:bgPr>
        <a:solidFill>
          <a:srgbClr val="FF5C35"/>
        </a:solidFill>
      </p:bgPr>
    </p:bg>
    <p:spTree>
      <p:nvGrpSpPr>
        <p:cNvPr id="1038" name="Shape 1038"/>
        <p:cNvGrpSpPr/>
        <p:nvPr/>
      </p:nvGrpSpPr>
      <p:grpSpPr>
        <a:xfrm>
          <a:off x="0" y="0"/>
          <a:ext cx="0" cy="0"/>
          <a:chOff x="0" y="0"/>
          <a:chExt cx="0" cy="0"/>
        </a:xfrm>
      </p:grpSpPr>
      <p:sp>
        <p:nvSpPr>
          <p:cNvPr id="1039" name="Google Shape;1039;p114"/>
          <p:cNvSpPr/>
          <p:nvPr/>
        </p:nvSpPr>
        <p:spPr>
          <a:xfrm rot="-5400000">
            <a:off x="-226500" y="1014050"/>
            <a:ext cx="4013400" cy="3560400"/>
          </a:xfrm>
          <a:prstGeom prst="flowChartDelay">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14"/>
          <p:cNvSpPr/>
          <p:nvPr/>
        </p:nvSpPr>
        <p:spPr>
          <a:xfrm>
            <a:off x="4574025" y="737088"/>
            <a:ext cx="1193700" cy="1193700"/>
          </a:xfrm>
          <a:prstGeom prst="ellipse">
            <a:avLst/>
          </a:prstGeom>
          <a:solidFill>
            <a:srgbClr val="FF89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1" name="Google Shape;1041;p114"/>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042" name="Google Shape;1042;p11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pic>
        <p:nvPicPr>
          <p:cNvPr id="1043" name="Google Shape;1043;p114"/>
          <p:cNvPicPr preferRelativeResize="0"/>
          <p:nvPr/>
        </p:nvPicPr>
        <p:blipFill rotWithShape="1">
          <a:blip r:embed="rId2">
            <a:alphaModFix/>
          </a:blip>
          <a:srcRect b="0" l="0" r="0" t="0"/>
          <a:stretch/>
        </p:blipFill>
        <p:spPr>
          <a:xfrm>
            <a:off x="654588" y="1168475"/>
            <a:ext cx="4714927" cy="2862300"/>
          </a:xfrm>
          <a:prstGeom prst="rect">
            <a:avLst/>
          </a:prstGeom>
          <a:noFill/>
          <a:ln>
            <a:noFill/>
          </a:ln>
        </p:spPr>
      </p:pic>
      <p:sp>
        <p:nvSpPr>
          <p:cNvPr id="1044" name="Google Shape;1044;p114"/>
          <p:cNvSpPr/>
          <p:nvPr>
            <p:ph idx="2" type="pic"/>
          </p:nvPr>
        </p:nvSpPr>
        <p:spPr>
          <a:xfrm>
            <a:off x="661802" y="1385573"/>
            <a:ext cx="4700700" cy="2639700"/>
          </a:xfrm>
          <a:prstGeom prst="round2SameRect">
            <a:avLst>
              <a:gd fmla="val 0" name="adj1"/>
              <a:gd fmla="val 2149" name="adj2"/>
            </a:avLst>
          </a:prstGeom>
          <a:noFill/>
          <a:ln>
            <a:noFill/>
          </a:ln>
        </p:spPr>
      </p:sp>
      <p:sp>
        <p:nvSpPr>
          <p:cNvPr id="1045" name="Google Shape;1045;p11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6" name="Google Shape;1046;p114"/>
          <p:cNvGrpSpPr/>
          <p:nvPr/>
        </p:nvGrpSpPr>
        <p:grpSpPr>
          <a:xfrm>
            <a:off x="8247715" y="4884429"/>
            <a:ext cx="648372" cy="183782"/>
            <a:chOff x="12596224" y="4969749"/>
            <a:chExt cx="2253641" cy="638797"/>
          </a:xfrm>
        </p:grpSpPr>
        <p:sp>
          <p:nvSpPr>
            <p:cNvPr id="1047" name="Google Shape;1047;p11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48" name="Google Shape;1048;p11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Notebook - navy">
  <p:cSld name="CUSTOM_1_1_1_1_1_1_5_1_1_2">
    <p:bg>
      <p:bgPr>
        <a:solidFill>
          <a:schemeClr val="dk1"/>
        </a:solidFill>
      </p:bgPr>
    </p:bg>
    <p:spTree>
      <p:nvGrpSpPr>
        <p:cNvPr id="1049" name="Shape 1049"/>
        <p:cNvGrpSpPr/>
        <p:nvPr/>
      </p:nvGrpSpPr>
      <p:grpSpPr>
        <a:xfrm>
          <a:off x="0" y="0"/>
          <a:ext cx="0" cy="0"/>
          <a:chOff x="0" y="0"/>
          <a:chExt cx="0" cy="0"/>
        </a:xfrm>
      </p:grpSpPr>
      <p:grpSp>
        <p:nvGrpSpPr>
          <p:cNvPr id="1050" name="Google Shape;1050;p115"/>
          <p:cNvGrpSpPr/>
          <p:nvPr/>
        </p:nvGrpSpPr>
        <p:grpSpPr>
          <a:xfrm>
            <a:off x="7091507" y="0"/>
            <a:ext cx="973794" cy="5143500"/>
            <a:chOff x="2717200" y="0"/>
            <a:chExt cx="973794" cy="875400"/>
          </a:xfrm>
        </p:grpSpPr>
        <p:sp>
          <p:nvSpPr>
            <p:cNvPr id="1051" name="Google Shape;1051;p115"/>
            <p:cNvSpPr/>
            <p:nvPr/>
          </p:nvSpPr>
          <p:spPr>
            <a:xfrm>
              <a:off x="2717200" y="0"/>
              <a:ext cx="162900" cy="8754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15"/>
            <p:cNvSpPr/>
            <p:nvPr/>
          </p:nvSpPr>
          <p:spPr>
            <a:xfrm>
              <a:off x="2987501" y="0"/>
              <a:ext cx="162900" cy="8754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15"/>
            <p:cNvSpPr/>
            <p:nvPr/>
          </p:nvSpPr>
          <p:spPr>
            <a:xfrm>
              <a:off x="3257792" y="0"/>
              <a:ext cx="162900" cy="8754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15"/>
            <p:cNvSpPr/>
            <p:nvPr/>
          </p:nvSpPr>
          <p:spPr>
            <a:xfrm>
              <a:off x="3528094" y="0"/>
              <a:ext cx="162900" cy="875400"/>
            </a:xfrm>
            <a:prstGeom prst="rect">
              <a:avLst/>
            </a:prstGeom>
            <a:solidFill>
              <a:srgbClr val="334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5" name="Google Shape;1055;p115"/>
          <p:cNvSpPr/>
          <p:nvPr/>
        </p:nvSpPr>
        <p:spPr>
          <a:xfrm>
            <a:off x="3928150" y="1831938"/>
            <a:ext cx="1193700" cy="1193700"/>
          </a:xfrm>
          <a:prstGeom prst="ellipse">
            <a:avLst/>
          </a:prstGeom>
          <a:solidFill>
            <a:srgbClr val="57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6" name="Google Shape;1056;p115"/>
          <p:cNvPicPr preferRelativeResize="0"/>
          <p:nvPr/>
        </p:nvPicPr>
        <p:blipFill>
          <a:blip r:embed="rId2">
            <a:alphaModFix/>
          </a:blip>
          <a:stretch>
            <a:fillRect/>
          </a:stretch>
        </p:blipFill>
        <p:spPr>
          <a:xfrm>
            <a:off x="3967050" y="1146425"/>
            <a:ext cx="4649902" cy="2981104"/>
          </a:xfrm>
          <a:prstGeom prst="rect">
            <a:avLst/>
          </a:prstGeom>
          <a:noFill/>
          <a:ln>
            <a:noFill/>
          </a:ln>
        </p:spPr>
      </p:pic>
      <p:sp>
        <p:nvSpPr>
          <p:cNvPr id="1057" name="Google Shape;1057;p115"/>
          <p:cNvSpPr/>
          <p:nvPr>
            <p:ph idx="2" type="pic"/>
          </p:nvPr>
        </p:nvSpPr>
        <p:spPr>
          <a:xfrm>
            <a:off x="4335325" y="1260200"/>
            <a:ext cx="3858900" cy="2424600"/>
          </a:xfrm>
          <a:prstGeom prst="rect">
            <a:avLst/>
          </a:prstGeom>
          <a:noFill/>
          <a:ln>
            <a:noFill/>
          </a:ln>
        </p:spPr>
      </p:sp>
      <p:sp>
        <p:nvSpPr>
          <p:cNvPr id="1058" name="Google Shape;1058;p115"/>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9" name="Google Shape;1059;p115"/>
          <p:cNvGrpSpPr/>
          <p:nvPr/>
        </p:nvGrpSpPr>
        <p:grpSpPr>
          <a:xfrm>
            <a:off x="8247715" y="4884429"/>
            <a:ext cx="648372" cy="183782"/>
            <a:chOff x="12596224" y="4969749"/>
            <a:chExt cx="2253641" cy="638797"/>
          </a:xfrm>
        </p:grpSpPr>
        <p:sp>
          <p:nvSpPr>
            <p:cNvPr id="1060" name="Google Shape;1060;p11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61" name="Google Shape;1061;p11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Notebook - beige">
  <p:cSld name="CUSTOM_1_1_1_1_1_1_4_7_2">
    <p:bg>
      <p:bgPr>
        <a:solidFill>
          <a:schemeClr val="accent2"/>
        </a:solidFill>
      </p:bgPr>
    </p:bg>
    <p:spTree>
      <p:nvGrpSpPr>
        <p:cNvPr id="1062" name="Shape 1062"/>
        <p:cNvGrpSpPr/>
        <p:nvPr/>
      </p:nvGrpSpPr>
      <p:grpSpPr>
        <a:xfrm>
          <a:off x="0" y="0"/>
          <a:ext cx="0" cy="0"/>
          <a:chOff x="0" y="0"/>
          <a:chExt cx="0" cy="0"/>
        </a:xfrm>
      </p:grpSpPr>
      <p:grpSp>
        <p:nvGrpSpPr>
          <p:cNvPr id="1063" name="Google Shape;1063;p116"/>
          <p:cNvGrpSpPr/>
          <p:nvPr/>
        </p:nvGrpSpPr>
        <p:grpSpPr>
          <a:xfrm>
            <a:off x="7091507" y="0"/>
            <a:ext cx="973794" cy="5143500"/>
            <a:chOff x="2717200" y="0"/>
            <a:chExt cx="973794" cy="875400"/>
          </a:xfrm>
        </p:grpSpPr>
        <p:sp>
          <p:nvSpPr>
            <p:cNvPr id="1064" name="Google Shape;1064;p116"/>
            <p:cNvSpPr/>
            <p:nvPr/>
          </p:nvSpPr>
          <p:spPr>
            <a:xfrm>
              <a:off x="2717200" y="0"/>
              <a:ext cx="162900" cy="8754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16"/>
            <p:cNvSpPr/>
            <p:nvPr/>
          </p:nvSpPr>
          <p:spPr>
            <a:xfrm>
              <a:off x="2987501" y="0"/>
              <a:ext cx="162900" cy="8754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16"/>
            <p:cNvSpPr/>
            <p:nvPr/>
          </p:nvSpPr>
          <p:spPr>
            <a:xfrm>
              <a:off x="3257792" y="0"/>
              <a:ext cx="162900" cy="8754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16"/>
            <p:cNvSpPr/>
            <p:nvPr/>
          </p:nvSpPr>
          <p:spPr>
            <a:xfrm>
              <a:off x="3528094" y="0"/>
              <a:ext cx="162900" cy="8754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8" name="Google Shape;1068;p116"/>
          <p:cNvSpPr/>
          <p:nvPr/>
        </p:nvSpPr>
        <p:spPr>
          <a:xfrm>
            <a:off x="3928150" y="1831938"/>
            <a:ext cx="1193700" cy="1193700"/>
          </a:xfrm>
          <a:prstGeom prst="ellipse">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9" name="Google Shape;1069;p116"/>
          <p:cNvPicPr preferRelativeResize="0"/>
          <p:nvPr/>
        </p:nvPicPr>
        <p:blipFill>
          <a:blip r:embed="rId2">
            <a:alphaModFix/>
          </a:blip>
          <a:stretch>
            <a:fillRect/>
          </a:stretch>
        </p:blipFill>
        <p:spPr>
          <a:xfrm>
            <a:off x="3967050" y="1146425"/>
            <a:ext cx="4649902" cy="2981104"/>
          </a:xfrm>
          <a:prstGeom prst="rect">
            <a:avLst/>
          </a:prstGeom>
          <a:noFill/>
          <a:ln>
            <a:noFill/>
          </a:ln>
        </p:spPr>
      </p:pic>
      <p:sp>
        <p:nvSpPr>
          <p:cNvPr id="1070" name="Google Shape;1070;p116"/>
          <p:cNvSpPr/>
          <p:nvPr>
            <p:ph idx="2" type="pic"/>
          </p:nvPr>
        </p:nvSpPr>
        <p:spPr>
          <a:xfrm>
            <a:off x="4335325" y="1260200"/>
            <a:ext cx="3858900" cy="2424600"/>
          </a:xfrm>
          <a:prstGeom prst="rect">
            <a:avLst/>
          </a:prstGeom>
          <a:noFill/>
          <a:ln>
            <a:noFill/>
          </a:ln>
        </p:spPr>
      </p:sp>
      <p:sp>
        <p:nvSpPr>
          <p:cNvPr id="1071" name="Google Shape;1071;p116"/>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2" name="Google Shape;1072;p116"/>
          <p:cNvGrpSpPr/>
          <p:nvPr/>
        </p:nvGrpSpPr>
        <p:grpSpPr>
          <a:xfrm>
            <a:off x="8247715" y="4884429"/>
            <a:ext cx="648372" cy="183782"/>
            <a:chOff x="12596224" y="4969749"/>
            <a:chExt cx="2253641" cy="638797"/>
          </a:xfrm>
        </p:grpSpPr>
        <p:sp>
          <p:nvSpPr>
            <p:cNvPr id="1073" name="Google Shape;1073;p11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74" name="Google Shape;1074;p11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Notebook - white">
  <p:cSld name="CUSTOM_1_1_1_1_1_1_2_2_8_2">
    <p:bg>
      <p:bgPr>
        <a:solidFill>
          <a:schemeClr val="lt1"/>
        </a:solidFill>
      </p:bgPr>
    </p:bg>
    <p:spTree>
      <p:nvGrpSpPr>
        <p:cNvPr id="1075" name="Shape 1075"/>
        <p:cNvGrpSpPr/>
        <p:nvPr/>
      </p:nvGrpSpPr>
      <p:grpSpPr>
        <a:xfrm>
          <a:off x="0" y="0"/>
          <a:ext cx="0" cy="0"/>
          <a:chOff x="0" y="0"/>
          <a:chExt cx="0" cy="0"/>
        </a:xfrm>
      </p:grpSpPr>
      <p:grpSp>
        <p:nvGrpSpPr>
          <p:cNvPr id="1076" name="Google Shape;1076;p117"/>
          <p:cNvGrpSpPr/>
          <p:nvPr/>
        </p:nvGrpSpPr>
        <p:grpSpPr>
          <a:xfrm>
            <a:off x="7091507" y="0"/>
            <a:ext cx="973794" cy="5143500"/>
            <a:chOff x="2717200" y="0"/>
            <a:chExt cx="973794" cy="875400"/>
          </a:xfrm>
        </p:grpSpPr>
        <p:sp>
          <p:nvSpPr>
            <p:cNvPr id="1077" name="Google Shape;1077;p117"/>
            <p:cNvSpPr/>
            <p:nvPr/>
          </p:nvSpPr>
          <p:spPr>
            <a:xfrm>
              <a:off x="2717200" y="0"/>
              <a:ext cx="162900" cy="87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17"/>
            <p:cNvSpPr/>
            <p:nvPr/>
          </p:nvSpPr>
          <p:spPr>
            <a:xfrm>
              <a:off x="2987501" y="0"/>
              <a:ext cx="162900" cy="87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17"/>
            <p:cNvSpPr/>
            <p:nvPr/>
          </p:nvSpPr>
          <p:spPr>
            <a:xfrm>
              <a:off x="3257792" y="0"/>
              <a:ext cx="162900" cy="87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17"/>
            <p:cNvSpPr/>
            <p:nvPr/>
          </p:nvSpPr>
          <p:spPr>
            <a:xfrm>
              <a:off x="3528094" y="0"/>
              <a:ext cx="162900" cy="87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117"/>
          <p:cNvSpPr/>
          <p:nvPr/>
        </p:nvSpPr>
        <p:spPr>
          <a:xfrm>
            <a:off x="3928150" y="1831938"/>
            <a:ext cx="1193700" cy="119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17"/>
          <p:cNvSpPr/>
          <p:nvPr/>
        </p:nvSpPr>
        <p:spPr>
          <a:xfrm>
            <a:off x="3928150" y="1831938"/>
            <a:ext cx="1193700" cy="11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3" name="Google Shape;1083;p117"/>
          <p:cNvPicPr preferRelativeResize="0"/>
          <p:nvPr/>
        </p:nvPicPr>
        <p:blipFill>
          <a:blip r:embed="rId2">
            <a:alphaModFix/>
          </a:blip>
          <a:stretch>
            <a:fillRect/>
          </a:stretch>
        </p:blipFill>
        <p:spPr>
          <a:xfrm>
            <a:off x="3967050" y="1146425"/>
            <a:ext cx="4649902" cy="2981104"/>
          </a:xfrm>
          <a:prstGeom prst="rect">
            <a:avLst/>
          </a:prstGeom>
          <a:noFill/>
          <a:ln>
            <a:noFill/>
          </a:ln>
        </p:spPr>
      </p:pic>
      <p:sp>
        <p:nvSpPr>
          <p:cNvPr id="1084" name="Google Shape;1084;p117"/>
          <p:cNvSpPr/>
          <p:nvPr>
            <p:ph idx="2" type="pic"/>
          </p:nvPr>
        </p:nvSpPr>
        <p:spPr>
          <a:xfrm>
            <a:off x="4335325" y="1260200"/>
            <a:ext cx="3858900" cy="2424600"/>
          </a:xfrm>
          <a:prstGeom prst="rect">
            <a:avLst/>
          </a:prstGeom>
          <a:noFill/>
          <a:ln>
            <a:noFill/>
          </a:ln>
        </p:spPr>
      </p:sp>
      <p:sp>
        <p:nvSpPr>
          <p:cNvPr id="1085" name="Google Shape;1085;p11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6" name="Google Shape;1086;p117"/>
          <p:cNvGrpSpPr/>
          <p:nvPr/>
        </p:nvGrpSpPr>
        <p:grpSpPr>
          <a:xfrm>
            <a:off x="8247715" y="4884429"/>
            <a:ext cx="648372" cy="183782"/>
            <a:chOff x="12596224" y="4969749"/>
            <a:chExt cx="2253641" cy="638797"/>
          </a:xfrm>
        </p:grpSpPr>
        <p:sp>
          <p:nvSpPr>
            <p:cNvPr id="1087" name="Google Shape;1087;p11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088" name="Google Shape;1088;p11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Notebook - orange">
  <p:cSld name="CUSTOM_1_1_1_1_1_1_2_1_8_2">
    <p:bg>
      <p:bgPr>
        <a:solidFill>
          <a:srgbClr val="FF5C35"/>
        </a:solidFill>
      </p:bgPr>
    </p:bg>
    <p:spTree>
      <p:nvGrpSpPr>
        <p:cNvPr id="1089" name="Shape 1089"/>
        <p:cNvGrpSpPr/>
        <p:nvPr/>
      </p:nvGrpSpPr>
      <p:grpSpPr>
        <a:xfrm>
          <a:off x="0" y="0"/>
          <a:ext cx="0" cy="0"/>
          <a:chOff x="0" y="0"/>
          <a:chExt cx="0" cy="0"/>
        </a:xfrm>
      </p:grpSpPr>
      <p:grpSp>
        <p:nvGrpSpPr>
          <p:cNvPr id="1090" name="Google Shape;1090;p118"/>
          <p:cNvGrpSpPr/>
          <p:nvPr/>
        </p:nvGrpSpPr>
        <p:grpSpPr>
          <a:xfrm>
            <a:off x="7091507" y="0"/>
            <a:ext cx="973794" cy="5143500"/>
            <a:chOff x="2717200" y="0"/>
            <a:chExt cx="973794" cy="875400"/>
          </a:xfrm>
        </p:grpSpPr>
        <p:sp>
          <p:nvSpPr>
            <p:cNvPr id="1091" name="Google Shape;1091;p118"/>
            <p:cNvSpPr/>
            <p:nvPr/>
          </p:nvSpPr>
          <p:spPr>
            <a:xfrm>
              <a:off x="2717200" y="0"/>
              <a:ext cx="162900" cy="8754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18"/>
            <p:cNvSpPr/>
            <p:nvPr/>
          </p:nvSpPr>
          <p:spPr>
            <a:xfrm>
              <a:off x="2987501" y="0"/>
              <a:ext cx="162900" cy="8754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18"/>
            <p:cNvSpPr/>
            <p:nvPr/>
          </p:nvSpPr>
          <p:spPr>
            <a:xfrm>
              <a:off x="3257792" y="0"/>
              <a:ext cx="162900" cy="8754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18"/>
            <p:cNvSpPr/>
            <p:nvPr/>
          </p:nvSpPr>
          <p:spPr>
            <a:xfrm>
              <a:off x="3528094" y="0"/>
              <a:ext cx="162900" cy="8754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5" name="Google Shape;1095;p118"/>
          <p:cNvSpPr/>
          <p:nvPr/>
        </p:nvSpPr>
        <p:spPr>
          <a:xfrm>
            <a:off x="3928150" y="1831938"/>
            <a:ext cx="1193700" cy="119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18"/>
          <p:cNvSpPr/>
          <p:nvPr/>
        </p:nvSpPr>
        <p:spPr>
          <a:xfrm>
            <a:off x="3928150" y="1831938"/>
            <a:ext cx="1193700" cy="11937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7" name="Google Shape;1097;p118"/>
          <p:cNvPicPr preferRelativeResize="0"/>
          <p:nvPr/>
        </p:nvPicPr>
        <p:blipFill>
          <a:blip r:embed="rId2">
            <a:alphaModFix/>
          </a:blip>
          <a:stretch>
            <a:fillRect/>
          </a:stretch>
        </p:blipFill>
        <p:spPr>
          <a:xfrm>
            <a:off x="3967050" y="1146425"/>
            <a:ext cx="4649902" cy="2981104"/>
          </a:xfrm>
          <a:prstGeom prst="rect">
            <a:avLst/>
          </a:prstGeom>
          <a:noFill/>
          <a:ln>
            <a:noFill/>
          </a:ln>
        </p:spPr>
      </p:pic>
      <p:sp>
        <p:nvSpPr>
          <p:cNvPr id="1098" name="Google Shape;1098;p118"/>
          <p:cNvSpPr/>
          <p:nvPr>
            <p:ph idx="2" type="pic"/>
          </p:nvPr>
        </p:nvSpPr>
        <p:spPr>
          <a:xfrm>
            <a:off x="4335325" y="1260200"/>
            <a:ext cx="3858900" cy="2424600"/>
          </a:xfrm>
          <a:prstGeom prst="rect">
            <a:avLst/>
          </a:prstGeom>
          <a:noFill/>
          <a:ln>
            <a:noFill/>
          </a:ln>
        </p:spPr>
      </p:sp>
      <p:sp>
        <p:nvSpPr>
          <p:cNvPr id="1099" name="Google Shape;1099;p118"/>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0" name="Google Shape;1100;p118"/>
          <p:cNvGrpSpPr/>
          <p:nvPr/>
        </p:nvGrpSpPr>
        <p:grpSpPr>
          <a:xfrm>
            <a:off x="8247715" y="4884429"/>
            <a:ext cx="648372" cy="183782"/>
            <a:chOff x="12596224" y="4969749"/>
            <a:chExt cx="2253641" cy="638797"/>
          </a:xfrm>
        </p:grpSpPr>
        <p:sp>
          <p:nvSpPr>
            <p:cNvPr id="1101" name="Google Shape;1101;p11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02" name="Google Shape;1102;p11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ad- navy ">
  <p:cSld name="CUSTOM_1_1_1_1_1_1_5_1_1_1">
    <p:bg>
      <p:bgPr>
        <a:solidFill>
          <a:schemeClr val="dk1"/>
        </a:solidFill>
      </p:bgPr>
    </p:bg>
    <p:spTree>
      <p:nvGrpSpPr>
        <p:cNvPr id="1103" name="Shape 1103"/>
        <p:cNvGrpSpPr/>
        <p:nvPr/>
      </p:nvGrpSpPr>
      <p:grpSpPr>
        <a:xfrm>
          <a:off x="0" y="0"/>
          <a:ext cx="0" cy="0"/>
          <a:chOff x="0" y="0"/>
          <a:chExt cx="0" cy="0"/>
        </a:xfrm>
      </p:grpSpPr>
      <p:sp>
        <p:nvSpPr>
          <p:cNvPr id="1104" name="Google Shape;1104;p119"/>
          <p:cNvSpPr/>
          <p:nvPr/>
        </p:nvSpPr>
        <p:spPr>
          <a:xfrm flipH="1" rot="10800000">
            <a:off x="3488110" y="0"/>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5" name="Google Shape;1105;p119"/>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2E475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06" name="Google Shape;1106;p119"/>
          <p:cNvPicPr preferRelativeResize="0"/>
          <p:nvPr/>
        </p:nvPicPr>
        <p:blipFill rotWithShape="1">
          <a:blip r:embed="rId2">
            <a:alphaModFix/>
          </a:blip>
          <a:srcRect b="0" l="0" r="0" t="0"/>
          <a:stretch/>
        </p:blipFill>
        <p:spPr>
          <a:xfrm>
            <a:off x="4914663" y="683075"/>
            <a:ext cx="2684325" cy="3718702"/>
          </a:xfrm>
          <a:prstGeom prst="rect">
            <a:avLst/>
          </a:prstGeom>
          <a:noFill/>
          <a:ln>
            <a:noFill/>
          </a:ln>
        </p:spPr>
      </p:pic>
      <p:sp>
        <p:nvSpPr>
          <p:cNvPr id="1107" name="Google Shape;1107;p119"/>
          <p:cNvSpPr/>
          <p:nvPr>
            <p:ph idx="2" type="pic"/>
          </p:nvPr>
        </p:nvSpPr>
        <p:spPr>
          <a:xfrm>
            <a:off x="5046475" y="820375"/>
            <a:ext cx="2420700" cy="3457800"/>
          </a:xfrm>
          <a:prstGeom prst="roundRect">
            <a:avLst>
              <a:gd fmla="val 2290" name="adj"/>
            </a:avLst>
          </a:prstGeom>
          <a:noFill/>
          <a:ln>
            <a:noFill/>
          </a:ln>
        </p:spPr>
      </p:sp>
      <p:sp>
        <p:nvSpPr>
          <p:cNvPr id="1108" name="Google Shape;1108;p119"/>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9" name="Google Shape;1109;p119"/>
          <p:cNvGrpSpPr/>
          <p:nvPr/>
        </p:nvGrpSpPr>
        <p:grpSpPr>
          <a:xfrm>
            <a:off x="8247715" y="4884429"/>
            <a:ext cx="648372" cy="183782"/>
            <a:chOff x="12596224" y="4969749"/>
            <a:chExt cx="2253641" cy="638797"/>
          </a:xfrm>
        </p:grpSpPr>
        <p:sp>
          <p:nvSpPr>
            <p:cNvPr id="1110" name="Google Shape;1110;p11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11" name="Google Shape;1111;p11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ad - beige">
  <p:cSld name="CUSTOM_1_1_1_1_1_1_4_7_1">
    <p:bg>
      <p:bgPr>
        <a:solidFill>
          <a:schemeClr val="accent2"/>
        </a:solidFill>
      </p:bgPr>
    </p:bg>
    <p:spTree>
      <p:nvGrpSpPr>
        <p:cNvPr id="1112" name="Shape 1112"/>
        <p:cNvGrpSpPr/>
        <p:nvPr/>
      </p:nvGrpSpPr>
      <p:grpSpPr>
        <a:xfrm>
          <a:off x="0" y="0"/>
          <a:ext cx="0" cy="0"/>
          <a:chOff x="0" y="0"/>
          <a:chExt cx="0" cy="0"/>
        </a:xfrm>
      </p:grpSpPr>
      <p:sp>
        <p:nvSpPr>
          <p:cNvPr id="1113" name="Google Shape;1113;p120"/>
          <p:cNvSpPr/>
          <p:nvPr/>
        </p:nvSpPr>
        <p:spPr>
          <a:xfrm flipH="1" rot="10800000">
            <a:off x="3488110" y="0"/>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4" name="Google Shape;1114;p120"/>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15" name="Google Shape;1115;p120"/>
          <p:cNvPicPr preferRelativeResize="0"/>
          <p:nvPr/>
        </p:nvPicPr>
        <p:blipFill rotWithShape="1">
          <a:blip r:embed="rId2">
            <a:alphaModFix/>
          </a:blip>
          <a:srcRect b="0" l="0" r="0" t="0"/>
          <a:stretch/>
        </p:blipFill>
        <p:spPr>
          <a:xfrm>
            <a:off x="4914663" y="683075"/>
            <a:ext cx="2684325" cy="3718702"/>
          </a:xfrm>
          <a:prstGeom prst="rect">
            <a:avLst/>
          </a:prstGeom>
          <a:noFill/>
          <a:ln>
            <a:noFill/>
          </a:ln>
        </p:spPr>
      </p:pic>
      <p:sp>
        <p:nvSpPr>
          <p:cNvPr id="1116" name="Google Shape;1116;p120"/>
          <p:cNvSpPr/>
          <p:nvPr>
            <p:ph idx="2" type="pic"/>
          </p:nvPr>
        </p:nvSpPr>
        <p:spPr>
          <a:xfrm>
            <a:off x="5046475" y="820375"/>
            <a:ext cx="2420700" cy="3457800"/>
          </a:xfrm>
          <a:prstGeom prst="roundRect">
            <a:avLst>
              <a:gd fmla="val 2290" name="adj"/>
            </a:avLst>
          </a:prstGeom>
          <a:noFill/>
          <a:ln>
            <a:noFill/>
          </a:ln>
        </p:spPr>
      </p:sp>
      <p:sp>
        <p:nvSpPr>
          <p:cNvPr id="1117" name="Google Shape;1117;p120"/>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120"/>
          <p:cNvGrpSpPr/>
          <p:nvPr/>
        </p:nvGrpSpPr>
        <p:grpSpPr>
          <a:xfrm>
            <a:off x="8247715" y="4884429"/>
            <a:ext cx="648372" cy="183782"/>
            <a:chOff x="12596224" y="4969749"/>
            <a:chExt cx="2253641" cy="638797"/>
          </a:xfrm>
        </p:grpSpPr>
        <p:sp>
          <p:nvSpPr>
            <p:cNvPr id="1119" name="Google Shape;1119;p12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20" name="Google Shape;1120;p12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ad - white ">
  <p:cSld name="CUSTOM_1_1_1_1_1_1_2_2_8_1">
    <p:bg>
      <p:bgPr>
        <a:solidFill>
          <a:schemeClr val="lt1"/>
        </a:solidFill>
      </p:bgPr>
    </p:bg>
    <p:spTree>
      <p:nvGrpSpPr>
        <p:cNvPr id="1121" name="Shape 1121"/>
        <p:cNvGrpSpPr/>
        <p:nvPr/>
      </p:nvGrpSpPr>
      <p:grpSpPr>
        <a:xfrm>
          <a:off x="0" y="0"/>
          <a:ext cx="0" cy="0"/>
          <a:chOff x="0" y="0"/>
          <a:chExt cx="0" cy="0"/>
        </a:xfrm>
      </p:grpSpPr>
      <p:sp>
        <p:nvSpPr>
          <p:cNvPr id="1122" name="Google Shape;1122;p121"/>
          <p:cNvSpPr/>
          <p:nvPr/>
        </p:nvSpPr>
        <p:spPr>
          <a:xfrm flipH="1" rot="10800000">
            <a:off x="3488110" y="0"/>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3" name="Google Shape;1123;p121"/>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24" name="Google Shape;1124;p121"/>
          <p:cNvPicPr preferRelativeResize="0"/>
          <p:nvPr/>
        </p:nvPicPr>
        <p:blipFill rotWithShape="1">
          <a:blip r:embed="rId2">
            <a:alphaModFix/>
          </a:blip>
          <a:srcRect b="0" l="0" r="0" t="0"/>
          <a:stretch/>
        </p:blipFill>
        <p:spPr>
          <a:xfrm>
            <a:off x="4914663" y="683075"/>
            <a:ext cx="2684325" cy="3718702"/>
          </a:xfrm>
          <a:prstGeom prst="rect">
            <a:avLst/>
          </a:prstGeom>
          <a:noFill/>
          <a:ln>
            <a:noFill/>
          </a:ln>
        </p:spPr>
      </p:pic>
      <p:sp>
        <p:nvSpPr>
          <p:cNvPr id="1125" name="Google Shape;1125;p121"/>
          <p:cNvSpPr/>
          <p:nvPr>
            <p:ph idx="2" type="pic"/>
          </p:nvPr>
        </p:nvSpPr>
        <p:spPr>
          <a:xfrm>
            <a:off x="5046475" y="820375"/>
            <a:ext cx="2420700" cy="3457800"/>
          </a:xfrm>
          <a:prstGeom prst="roundRect">
            <a:avLst>
              <a:gd fmla="val 2290" name="adj"/>
            </a:avLst>
          </a:prstGeom>
          <a:noFill/>
          <a:ln>
            <a:noFill/>
          </a:ln>
        </p:spPr>
      </p:sp>
      <p:sp>
        <p:nvSpPr>
          <p:cNvPr id="1126" name="Google Shape;1126;p121"/>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7" name="Google Shape;1127;p121"/>
          <p:cNvGrpSpPr/>
          <p:nvPr/>
        </p:nvGrpSpPr>
        <p:grpSpPr>
          <a:xfrm>
            <a:off x="8247715" y="4884429"/>
            <a:ext cx="648372" cy="183782"/>
            <a:chOff x="12596224" y="4969749"/>
            <a:chExt cx="2253641" cy="638797"/>
          </a:xfrm>
        </p:grpSpPr>
        <p:sp>
          <p:nvSpPr>
            <p:cNvPr id="1128" name="Google Shape;1128;p12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29" name="Google Shape;1129;p12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ad - orange ">
  <p:cSld name="CUSTOM_1_1_1_1_1_1_2_1_8_1">
    <p:bg>
      <p:bgPr>
        <a:solidFill>
          <a:srgbClr val="FF5C35"/>
        </a:solidFill>
      </p:bgPr>
    </p:bg>
    <p:spTree>
      <p:nvGrpSpPr>
        <p:cNvPr id="1130" name="Shape 1130"/>
        <p:cNvGrpSpPr/>
        <p:nvPr/>
      </p:nvGrpSpPr>
      <p:grpSpPr>
        <a:xfrm>
          <a:off x="0" y="0"/>
          <a:ext cx="0" cy="0"/>
          <a:chOff x="0" y="0"/>
          <a:chExt cx="0" cy="0"/>
        </a:xfrm>
      </p:grpSpPr>
      <p:sp>
        <p:nvSpPr>
          <p:cNvPr id="1131" name="Google Shape;1131;p122"/>
          <p:cNvSpPr/>
          <p:nvPr/>
        </p:nvSpPr>
        <p:spPr>
          <a:xfrm flipH="1" rot="10800000">
            <a:off x="3488110" y="0"/>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2" name="Google Shape;1132;p122"/>
          <p:cNvSpPr/>
          <p:nvPr/>
        </p:nvSpPr>
        <p:spPr>
          <a:xfrm flipH="1">
            <a:off x="7467185" y="1958826"/>
            <a:ext cx="1558358" cy="2843212"/>
          </a:xfrm>
          <a:custGeom>
            <a:rect b="b" l="l" r="r" t="t"/>
            <a:pathLst>
              <a:path extrusionOk="0" h="2843212" w="1558358">
                <a:moveTo>
                  <a:pt x="1557264" y="933307"/>
                </a:moveTo>
                <a:cubicBezTo>
                  <a:pt x="1555835" y="933355"/>
                  <a:pt x="1554406" y="933355"/>
                  <a:pt x="1553025" y="933402"/>
                </a:cubicBezTo>
                <a:cubicBezTo>
                  <a:pt x="1456870" y="932831"/>
                  <a:pt x="1305327" y="986695"/>
                  <a:pt x="1221841" y="1038749"/>
                </a:cubicBezTo>
                <a:cubicBezTo>
                  <a:pt x="1034818" y="1156906"/>
                  <a:pt x="931900" y="1332738"/>
                  <a:pt x="927185" y="1561052"/>
                </a:cubicBezTo>
                <a:cubicBezTo>
                  <a:pt x="921041" y="1857708"/>
                  <a:pt x="924756" y="2524506"/>
                  <a:pt x="924328" y="2821305"/>
                </a:cubicBezTo>
                <a:cubicBezTo>
                  <a:pt x="924280" y="2838307"/>
                  <a:pt x="924328" y="2826210"/>
                  <a:pt x="924280" y="2843212"/>
                </a:cubicBezTo>
                <a:lnTo>
                  <a:pt x="1109351" y="2843212"/>
                </a:lnTo>
                <a:cubicBezTo>
                  <a:pt x="1109065" y="2543175"/>
                  <a:pt x="1108779" y="1902428"/>
                  <a:pt x="1109351" y="1602438"/>
                </a:cubicBezTo>
                <a:cubicBezTo>
                  <a:pt x="1109732" y="1411081"/>
                  <a:pt x="1186694" y="1259395"/>
                  <a:pt x="1363287" y="1175861"/>
                </a:cubicBezTo>
                <a:cubicBezTo>
                  <a:pt x="1363906" y="1175528"/>
                  <a:pt x="1364573" y="1175242"/>
                  <a:pt x="1365240" y="1174909"/>
                </a:cubicBezTo>
                <a:cubicBezTo>
                  <a:pt x="1426152" y="1146381"/>
                  <a:pt x="1492255" y="1132189"/>
                  <a:pt x="1558359" y="1132332"/>
                </a:cubicBezTo>
                <a:lnTo>
                  <a:pt x="1558359" y="933355"/>
                </a:lnTo>
                <a:cubicBezTo>
                  <a:pt x="1557978" y="933355"/>
                  <a:pt x="1557597" y="933307"/>
                  <a:pt x="1557264" y="933307"/>
                </a:cubicBezTo>
                <a:close/>
                <a:moveTo>
                  <a:pt x="1557264" y="618363"/>
                </a:moveTo>
                <a:cubicBezTo>
                  <a:pt x="1410198" y="621125"/>
                  <a:pt x="1262370" y="669036"/>
                  <a:pt x="1224698" y="685514"/>
                </a:cubicBezTo>
                <a:cubicBezTo>
                  <a:pt x="859700" y="828961"/>
                  <a:pt x="620385" y="1169289"/>
                  <a:pt x="616908" y="1570625"/>
                </a:cubicBezTo>
                <a:cubicBezTo>
                  <a:pt x="614241" y="1881235"/>
                  <a:pt x="614765" y="2532602"/>
                  <a:pt x="615337" y="2843212"/>
                </a:cubicBezTo>
                <a:lnTo>
                  <a:pt x="813980" y="2843212"/>
                </a:lnTo>
                <a:cubicBezTo>
                  <a:pt x="814314" y="2552938"/>
                  <a:pt x="814552" y="1921954"/>
                  <a:pt x="812314" y="1631728"/>
                </a:cubicBezTo>
                <a:cubicBezTo>
                  <a:pt x="810361" y="1378934"/>
                  <a:pt x="886990" y="1160955"/>
                  <a:pt x="1083633" y="997315"/>
                </a:cubicBezTo>
                <a:cubicBezTo>
                  <a:pt x="1222746" y="881586"/>
                  <a:pt x="1373431" y="822484"/>
                  <a:pt x="1533642" y="817102"/>
                </a:cubicBezTo>
                <a:cubicBezTo>
                  <a:pt x="1541547" y="816864"/>
                  <a:pt x="1549405" y="817054"/>
                  <a:pt x="1557264" y="817054"/>
                </a:cubicBezTo>
                <a:lnTo>
                  <a:pt x="1558359" y="817054"/>
                </a:lnTo>
                <a:lnTo>
                  <a:pt x="1558359" y="618363"/>
                </a:lnTo>
                <a:lnTo>
                  <a:pt x="1557264" y="618363"/>
                </a:lnTo>
                <a:close/>
                <a:moveTo>
                  <a:pt x="1557264" y="309420"/>
                </a:moveTo>
                <a:cubicBezTo>
                  <a:pt x="1555692" y="309467"/>
                  <a:pt x="1554120" y="309467"/>
                  <a:pt x="1552549" y="309467"/>
                </a:cubicBezTo>
                <a:cubicBezTo>
                  <a:pt x="1453298" y="308848"/>
                  <a:pt x="1228175" y="347996"/>
                  <a:pt x="1220603" y="358759"/>
                </a:cubicBezTo>
                <a:cubicBezTo>
                  <a:pt x="795978" y="482679"/>
                  <a:pt x="450745" y="835866"/>
                  <a:pt x="345874" y="1268206"/>
                </a:cubicBezTo>
                <a:cubicBezTo>
                  <a:pt x="306870" y="1428988"/>
                  <a:pt x="307775" y="1591961"/>
                  <a:pt x="307965" y="1755457"/>
                </a:cubicBezTo>
                <a:cubicBezTo>
                  <a:pt x="308298" y="2004488"/>
                  <a:pt x="308251" y="2594181"/>
                  <a:pt x="308203" y="2843212"/>
                </a:cubicBezTo>
                <a:lnTo>
                  <a:pt x="506466" y="2843212"/>
                </a:lnTo>
                <a:cubicBezTo>
                  <a:pt x="506514" y="2790539"/>
                  <a:pt x="506466" y="2397156"/>
                  <a:pt x="506466" y="2344531"/>
                </a:cubicBezTo>
                <a:cubicBezTo>
                  <a:pt x="506371" y="2086642"/>
                  <a:pt x="502989" y="1828752"/>
                  <a:pt x="506371" y="1570910"/>
                </a:cubicBezTo>
                <a:cubicBezTo>
                  <a:pt x="514276" y="970550"/>
                  <a:pt x="982621" y="524494"/>
                  <a:pt x="1541500" y="509683"/>
                </a:cubicBezTo>
                <a:cubicBezTo>
                  <a:pt x="1546738" y="509683"/>
                  <a:pt x="1552025" y="509540"/>
                  <a:pt x="1557264" y="509683"/>
                </a:cubicBezTo>
                <a:lnTo>
                  <a:pt x="1558359" y="509683"/>
                </a:lnTo>
                <a:lnTo>
                  <a:pt x="1558359" y="309467"/>
                </a:lnTo>
                <a:lnTo>
                  <a:pt x="1557264" y="309467"/>
                </a:lnTo>
                <a:close/>
                <a:moveTo>
                  <a:pt x="1557264" y="0"/>
                </a:moveTo>
                <a:cubicBezTo>
                  <a:pt x="1554501" y="0"/>
                  <a:pt x="1551739" y="48"/>
                  <a:pt x="1549025" y="95"/>
                </a:cubicBezTo>
                <a:cubicBezTo>
                  <a:pt x="1451917" y="286"/>
                  <a:pt x="1244653" y="31909"/>
                  <a:pt x="1238367" y="35385"/>
                </a:cubicBezTo>
                <a:cubicBezTo>
                  <a:pt x="1214602" y="40624"/>
                  <a:pt x="1190837" y="46339"/>
                  <a:pt x="1167072" y="52768"/>
                </a:cubicBezTo>
                <a:cubicBezTo>
                  <a:pt x="851080" y="138351"/>
                  <a:pt x="586381" y="306895"/>
                  <a:pt x="375450" y="556974"/>
                </a:cubicBezTo>
                <a:cubicBezTo>
                  <a:pt x="111607" y="869728"/>
                  <a:pt x="-4217" y="1233773"/>
                  <a:pt x="117" y="1641443"/>
                </a:cubicBezTo>
                <a:cubicBezTo>
                  <a:pt x="3165" y="1928431"/>
                  <a:pt x="2641" y="2556176"/>
                  <a:pt x="2070" y="2843212"/>
                </a:cubicBezTo>
                <a:lnTo>
                  <a:pt x="198189" y="2843212"/>
                </a:lnTo>
                <a:cubicBezTo>
                  <a:pt x="197332" y="2536269"/>
                  <a:pt x="196142" y="1888569"/>
                  <a:pt x="199666" y="1581626"/>
                </a:cubicBezTo>
                <a:cubicBezTo>
                  <a:pt x="205381" y="1081183"/>
                  <a:pt x="419979" y="688086"/>
                  <a:pt x="837460" y="413766"/>
                </a:cubicBezTo>
                <a:cubicBezTo>
                  <a:pt x="1006766" y="302514"/>
                  <a:pt x="1186170" y="236410"/>
                  <a:pt x="1373288" y="210836"/>
                </a:cubicBezTo>
                <a:cubicBezTo>
                  <a:pt x="1380861" y="209883"/>
                  <a:pt x="1388481" y="208693"/>
                  <a:pt x="1396053" y="207835"/>
                </a:cubicBezTo>
                <a:cubicBezTo>
                  <a:pt x="1399720" y="207407"/>
                  <a:pt x="1403435" y="207121"/>
                  <a:pt x="1407102" y="206740"/>
                </a:cubicBezTo>
                <a:cubicBezTo>
                  <a:pt x="1447583" y="202454"/>
                  <a:pt x="1487826" y="199787"/>
                  <a:pt x="1527736" y="198882"/>
                </a:cubicBezTo>
                <a:cubicBezTo>
                  <a:pt x="1537547" y="198691"/>
                  <a:pt x="1547405" y="198739"/>
                  <a:pt x="1557264" y="198787"/>
                </a:cubicBezTo>
                <a:lnTo>
                  <a:pt x="1558359" y="198787"/>
                </a:lnTo>
                <a:lnTo>
                  <a:pt x="1558359" y="0"/>
                </a:lnTo>
                <a:lnTo>
                  <a:pt x="1557264" y="0"/>
                </a:lnTo>
                <a:close/>
              </a:path>
            </a:pathLst>
          </a:custGeom>
          <a:solidFill>
            <a:srgbClr val="FF7A5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33" name="Google Shape;1133;p122"/>
          <p:cNvPicPr preferRelativeResize="0"/>
          <p:nvPr/>
        </p:nvPicPr>
        <p:blipFill rotWithShape="1">
          <a:blip r:embed="rId2">
            <a:alphaModFix/>
          </a:blip>
          <a:srcRect b="0" l="0" r="0" t="0"/>
          <a:stretch/>
        </p:blipFill>
        <p:spPr>
          <a:xfrm>
            <a:off x="4914663" y="683075"/>
            <a:ext cx="2684325" cy="3718702"/>
          </a:xfrm>
          <a:prstGeom prst="rect">
            <a:avLst/>
          </a:prstGeom>
          <a:noFill/>
          <a:ln>
            <a:noFill/>
          </a:ln>
        </p:spPr>
      </p:pic>
      <p:sp>
        <p:nvSpPr>
          <p:cNvPr id="1134" name="Google Shape;1134;p122"/>
          <p:cNvSpPr/>
          <p:nvPr>
            <p:ph idx="2" type="pic"/>
          </p:nvPr>
        </p:nvSpPr>
        <p:spPr>
          <a:xfrm>
            <a:off x="5046475" y="820375"/>
            <a:ext cx="2420700" cy="3457800"/>
          </a:xfrm>
          <a:prstGeom prst="roundRect">
            <a:avLst>
              <a:gd fmla="val 2290" name="adj"/>
            </a:avLst>
          </a:prstGeom>
          <a:noFill/>
          <a:ln>
            <a:noFill/>
          </a:ln>
        </p:spPr>
      </p:sp>
      <p:sp>
        <p:nvSpPr>
          <p:cNvPr id="1135" name="Google Shape;1135;p122"/>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6" name="Google Shape;1136;p122"/>
          <p:cNvGrpSpPr/>
          <p:nvPr/>
        </p:nvGrpSpPr>
        <p:grpSpPr>
          <a:xfrm>
            <a:off x="8247715" y="4884429"/>
            <a:ext cx="648372" cy="183782"/>
            <a:chOff x="12596224" y="4969749"/>
            <a:chExt cx="2253641" cy="638797"/>
          </a:xfrm>
        </p:grpSpPr>
        <p:sp>
          <p:nvSpPr>
            <p:cNvPr id="1137" name="Google Shape;1137;p12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38" name="Google Shape;1138;p12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hone - navy ">
  <p:cSld name="CUSTOM_1_1_1_1_1_1_5_1_1_1_1">
    <p:bg>
      <p:bgPr>
        <a:solidFill>
          <a:schemeClr val="dk1"/>
        </a:solidFill>
      </p:bgPr>
    </p:bg>
    <p:spTree>
      <p:nvGrpSpPr>
        <p:cNvPr id="1139" name="Shape 1139"/>
        <p:cNvGrpSpPr/>
        <p:nvPr/>
      </p:nvGrpSpPr>
      <p:grpSpPr>
        <a:xfrm>
          <a:off x="0" y="0"/>
          <a:ext cx="0" cy="0"/>
          <a:chOff x="0" y="0"/>
          <a:chExt cx="0" cy="0"/>
        </a:xfrm>
      </p:grpSpPr>
      <p:sp>
        <p:nvSpPr>
          <p:cNvPr id="1140" name="Google Shape;1140;p123"/>
          <p:cNvSpPr/>
          <p:nvPr/>
        </p:nvSpPr>
        <p:spPr>
          <a:xfrm>
            <a:off x="6562400" y="-21275"/>
            <a:ext cx="2581200" cy="4831200"/>
          </a:xfrm>
          <a:prstGeom prst="rect">
            <a:avLst/>
          </a:prstGeom>
          <a:solidFill>
            <a:srgbClr val="FE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23"/>
          <p:cNvSpPr/>
          <p:nvPr/>
        </p:nvSpPr>
        <p:spPr>
          <a:xfrm>
            <a:off x="6768125" y="1331675"/>
            <a:ext cx="1497000" cy="1497000"/>
          </a:xfrm>
          <a:prstGeom prst="ellipse">
            <a:avLst/>
          </a:prstGeom>
          <a:solidFill>
            <a:srgbClr val="FF5C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2" name="Google Shape;1142;p123"/>
          <p:cNvGrpSpPr/>
          <p:nvPr/>
        </p:nvGrpSpPr>
        <p:grpSpPr>
          <a:xfrm>
            <a:off x="4533500" y="3171250"/>
            <a:ext cx="2028900" cy="631508"/>
            <a:chOff x="4171550" y="3128675"/>
            <a:chExt cx="2028900" cy="631508"/>
          </a:xfrm>
        </p:grpSpPr>
        <p:sp>
          <p:nvSpPr>
            <p:cNvPr id="1143" name="Google Shape;1143;p123"/>
            <p:cNvSpPr/>
            <p:nvPr/>
          </p:nvSpPr>
          <p:spPr>
            <a:xfrm>
              <a:off x="4171550" y="3128675"/>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23"/>
            <p:cNvSpPr/>
            <p:nvPr/>
          </p:nvSpPr>
          <p:spPr>
            <a:xfrm>
              <a:off x="4171550" y="3300878"/>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23"/>
            <p:cNvSpPr/>
            <p:nvPr/>
          </p:nvSpPr>
          <p:spPr>
            <a:xfrm>
              <a:off x="4171550" y="3473081"/>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23"/>
            <p:cNvSpPr/>
            <p:nvPr/>
          </p:nvSpPr>
          <p:spPr>
            <a:xfrm>
              <a:off x="4171550" y="3645283"/>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47" name="Google Shape;1147;p123"/>
          <p:cNvPicPr preferRelativeResize="0"/>
          <p:nvPr/>
        </p:nvPicPr>
        <p:blipFill>
          <a:blip r:embed="rId2">
            <a:alphaModFix/>
          </a:blip>
          <a:stretch>
            <a:fillRect/>
          </a:stretch>
        </p:blipFill>
        <p:spPr>
          <a:xfrm>
            <a:off x="5575663" y="393725"/>
            <a:ext cx="1987925" cy="4030961"/>
          </a:xfrm>
          <a:prstGeom prst="rect">
            <a:avLst/>
          </a:prstGeom>
          <a:noFill/>
          <a:ln>
            <a:noFill/>
          </a:ln>
        </p:spPr>
      </p:pic>
      <p:sp>
        <p:nvSpPr>
          <p:cNvPr id="1148" name="Google Shape;1148;p123"/>
          <p:cNvSpPr/>
          <p:nvPr>
            <p:ph idx="2" type="pic"/>
          </p:nvPr>
        </p:nvSpPr>
        <p:spPr>
          <a:xfrm>
            <a:off x="5682950" y="486150"/>
            <a:ext cx="1774800" cy="3846000"/>
          </a:xfrm>
          <a:prstGeom prst="roundRect">
            <a:avLst>
              <a:gd fmla="val 11668" name="adj"/>
            </a:avLst>
          </a:prstGeom>
          <a:noFill/>
          <a:ln>
            <a:noFill/>
          </a:ln>
        </p:spPr>
      </p:sp>
      <p:sp>
        <p:nvSpPr>
          <p:cNvPr id="1149" name="Google Shape;1149;p123"/>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0" name="Google Shape;1150;p123"/>
          <p:cNvGrpSpPr/>
          <p:nvPr/>
        </p:nvGrpSpPr>
        <p:grpSpPr>
          <a:xfrm>
            <a:off x="8247715" y="4884429"/>
            <a:ext cx="648372" cy="183782"/>
            <a:chOff x="12596224" y="4969749"/>
            <a:chExt cx="2253641" cy="638797"/>
          </a:xfrm>
        </p:grpSpPr>
        <p:sp>
          <p:nvSpPr>
            <p:cNvPr id="1151" name="Google Shape;1151;p12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52" name="Google Shape;1152;p12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hone - beige">
  <p:cSld name="CUSTOM_1_1_1_1_1_1_4_7_1_1">
    <p:bg>
      <p:bgPr>
        <a:solidFill>
          <a:schemeClr val="accent2"/>
        </a:solidFill>
      </p:bgPr>
    </p:bg>
    <p:spTree>
      <p:nvGrpSpPr>
        <p:cNvPr id="1153" name="Shape 1153"/>
        <p:cNvGrpSpPr/>
        <p:nvPr/>
      </p:nvGrpSpPr>
      <p:grpSpPr>
        <a:xfrm>
          <a:off x="0" y="0"/>
          <a:ext cx="0" cy="0"/>
          <a:chOff x="0" y="0"/>
          <a:chExt cx="0" cy="0"/>
        </a:xfrm>
      </p:grpSpPr>
      <p:sp>
        <p:nvSpPr>
          <p:cNvPr id="1154" name="Google Shape;1154;p124"/>
          <p:cNvSpPr/>
          <p:nvPr/>
        </p:nvSpPr>
        <p:spPr>
          <a:xfrm>
            <a:off x="6562400" y="-21275"/>
            <a:ext cx="2581200" cy="4831200"/>
          </a:xfrm>
          <a:prstGeom prst="rect">
            <a:avLst/>
          </a:prstGeom>
          <a:solidFill>
            <a:srgbClr val="213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24"/>
          <p:cNvSpPr/>
          <p:nvPr/>
        </p:nvSpPr>
        <p:spPr>
          <a:xfrm>
            <a:off x="6768125" y="1331675"/>
            <a:ext cx="1497000" cy="1497000"/>
          </a:xfrm>
          <a:prstGeom prst="ellipse">
            <a:avLst/>
          </a:prstGeom>
          <a:solidFill>
            <a:srgbClr val="57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6" name="Google Shape;1156;p124"/>
          <p:cNvGrpSpPr/>
          <p:nvPr/>
        </p:nvGrpSpPr>
        <p:grpSpPr>
          <a:xfrm>
            <a:off x="4533500" y="3171250"/>
            <a:ext cx="2028900" cy="631508"/>
            <a:chOff x="4171550" y="3128675"/>
            <a:chExt cx="2028900" cy="631508"/>
          </a:xfrm>
        </p:grpSpPr>
        <p:sp>
          <p:nvSpPr>
            <p:cNvPr id="1157" name="Google Shape;1157;p124"/>
            <p:cNvSpPr/>
            <p:nvPr/>
          </p:nvSpPr>
          <p:spPr>
            <a:xfrm>
              <a:off x="4171550" y="3128675"/>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24"/>
            <p:cNvSpPr/>
            <p:nvPr/>
          </p:nvSpPr>
          <p:spPr>
            <a:xfrm>
              <a:off x="4171550" y="3300878"/>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24"/>
            <p:cNvSpPr/>
            <p:nvPr/>
          </p:nvSpPr>
          <p:spPr>
            <a:xfrm>
              <a:off x="4171550" y="3473081"/>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24"/>
            <p:cNvSpPr/>
            <p:nvPr/>
          </p:nvSpPr>
          <p:spPr>
            <a:xfrm>
              <a:off x="4171550" y="3645283"/>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61" name="Google Shape;1161;p124"/>
          <p:cNvPicPr preferRelativeResize="0"/>
          <p:nvPr/>
        </p:nvPicPr>
        <p:blipFill>
          <a:blip r:embed="rId2">
            <a:alphaModFix/>
          </a:blip>
          <a:stretch>
            <a:fillRect/>
          </a:stretch>
        </p:blipFill>
        <p:spPr>
          <a:xfrm>
            <a:off x="5575663" y="393725"/>
            <a:ext cx="1987925" cy="4030961"/>
          </a:xfrm>
          <a:prstGeom prst="rect">
            <a:avLst/>
          </a:prstGeom>
          <a:noFill/>
          <a:ln>
            <a:noFill/>
          </a:ln>
        </p:spPr>
      </p:pic>
      <p:sp>
        <p:nvSpPr>
          <p:cNvPr id="1162" name="Google Shape;1162;p124"/>
          <p:cNvSpPr/>
          <p:nvPr>
            <p:ph idx="2" type="pic"/>
          </p:nvPr>
        </p:nvSpPr>
        <p:spPr>
          <a:xfrm>
            <a:off x="5682950" y="486150"/>
            <a:ext cx="1774800" cy="3846000"/>
          </a:xfrm>
          <a:prstGeom prst="roundRect">
            <a:avLst>
              <a:gd fmla="val 11668" name="adj"/>
            </a:avLst>
          </a:prstGeom>
          <a:noFill/>
          <a:ln>
            <a:noFill/>
          </a:ln>
        </p:spPr>
      </p:sp>
      <p:sp>
        <p:nvSpPr>
          <p:cNvPr id="1163" name="Google Shape;1163;p124"/>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4" name="Google Shape;1164;p124"/>
          <p:cNvGrpSpPr/>
          <p:nvPr/>
        </p:nvGrpSpPr>
        <p:grpSpPr>
          <a:xfrm>
            <a:off x="8247715" y="4884429"/>
            <a:ext cx="648372" cy="183782"/>
            <a:chOff x="12596224" y="4969749"/>
            <a:chExt cx="2253641" cy="638797"/>
          </a:xfrm>
        </p:grpSpPr>
        <p:sp>
          <p:nvSpPr>
            <p:cNvPr id="1165" name="Google Shape;1165;p12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66" name="Google Shape;1166;p12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hone - white">
  <p:cSld name="CUSTOM_1_1_1_1_1_1_2_2_8_1_1">
    <p:bg>
      <p:bgPr>
        <a:solidFill>
          <a:schemeClr val="lt1"/>
        </a:solidFill>
      </p:bgPr>
    </p:bg>
    <p:spTree>
      <p:nvGrpSpPr>
        <p:cNvPr id="1167" name="Shape 1167"/>
        <p:cNvGrpSpPr/>
        <p:nvPr/>
      </p:nvGrpSpPr>
      <p:grpSpPr>
        <a:xfrm>
          <a:off x="0" y="0"/>
          <a:ext cx="0" cy="0"/>
          <a:chOff x="0" y="0"/>
          <a:chExt cx="0" cy="0"/>
        </a:xfrm>
      </p:grpSpPr>
      <p:sp>
        <p:nvSpPr>
          <p:cNvPr id="1168" name="Google Shape;1168;p125"/>
          <p:cNvSpPr/>
          <p:nvPr/>
        </p:nvSpPr>
        <p:spPr>
          <a:xfrm>
            <a:off x="6562400" y="-21275"/>
            <a:ext cx="2581200" cy="4831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25"/>
          <p:cNvSpPr/>
          <p:nvPr/>
        </p:nvSpPr>
        <p:spPr>
          <a:xfrm>
            <a:off x="6768125" y="1331675"/>
            <a:ext cx="1497000" cy="149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0" name="Google Shape;1170;p125"/>
          <p:cNvGrpSpPr/>
          <p:nvPr/>
        </p:nvGrpSpPr>
        <p:grpSpPr>
          <a:xfrm>
            <a:off x="4533500" y="3171250"/>
            <a:ext cx="2028900" cy="631508"/>
            <a:chOff x="4171550" y="3128675"/>
            <a:chExt cx="2028900" cy="631508"/>
          </a:xfrm>
        </p:grpSpPr>
        <p:sp>
          <p:nvSpPr>
            <p:cNvPr id="1171" name="Google Shape;1171;p125"/>
            <p:cNvSpPr/>
            <p:nvPr/>
          </p:nvSpPr>
          <p:spPr>
            <a:xfrm>
              <a:off x="4171550" y="3128675"/>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25"/>
            <p:cNvSpPr/>
            <p:nvPr/>
          </p:nvSpPr>
          <p:spPr>
            <a:xfrm>
              <a:off x="4171550" y="3300878"/>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25"/>
            <p:cNvSpPr/>
            <p:nvPr/>
          </p:nvSpPr>
          <p:spPr>
            <a:xfrm>
              <a:off x="4171550" y="3473081"/>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25"/>
            <p:cNvSpPr/>
            <p:nvPr/>
          </p:nvSpPr>
          <p:spPr>
            <a:xfrm>
              <a:off x="4171550" y="3645283"/>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75" name="Google Shape;1175;p125"/>
          <p:cNvPicPr preferRelativeResize="0"/>
          <p:nvPr/>
        </p:nvPicPr>
        <p:blipFill>
          <a:blip r:embed="rId2">
            <a:alphaModFix/>
          </a:blip>
          <a:stretch>
            <a:fillRect/>
          </a:stretch>
        </p:blipFill>
        <p:spPr>
          <a:xfrm>
            <a:off x="5575663" y="393725"/>
            <a:ext cx="1987925" cy="4030961"/>
          </a:xfrm>
          <a:prstGeom prst="rect">
            <a:avLst/>
          </a:prstGeom>
          <a:noFill/>
          <a:ln>
            <a:noFill/>
          </a:ln>
        </p:spPr>
      </p:pic>
      <p:sp>
        <p:nvSpPr>
          <p:cNvPr id="1176" name="Google Shape;1176;p125"/>
          <p:cNvSpPr/>
          <p:nvPr>
            <p:ph idx="2" type="pic"/>
          </p:nvPr>
        </p:nvSpPr>
        <p:spPr>
          <a:xfrm>
            <a:off x="5682950" y="486150"/>
            <a:ext cx="1774800" cy="3846000"/>
          </a:xfrm>
          <a:prstGeom prst="roundRect">
            <a:avLst>
              <a:gd fmla="val 11668" name="adj"/>
            </a:avLst>
          </a:prstGeom>
          <a:noFill/>
          <a:ln>
            <a:noFill/>
          </a:ln>
        </p:spPr>
      </p:sp>
      <p:sp>
        <p:nvSpPr>
          <p:cNvPr id="1177" name="Google Shape;1177;p125"/>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8" name="Google Shape;1178;p125"/>
          <p:cNvGrpSpPr/>
          <p:nvPr/>
        </p:nvGrpSpPr>
        <p:grpSpPr>
          <a:xfrm>
            <a:off x="8247715" y="4884429"/>
            <a:ext cx="648372" cy="183782"/>
            <a:chOff x="12596224" y="4969749"/>
            <a:chExt cx="2253641" cy="638797"/>
          </a:xfrm>
        </p:grpSpPr>
        <p:sp>
          <p:nvSpPr>
            <p:cNvPr id="1179" name="Google Shape;1179;p12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80" name="Google Shape;1180;p12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iPhone - orange">
  <p:cSld name="CUSTOM_1_1_1_1_1_1_2_1_8_1_1">
    <p:bg>
      <p:bgPr>
        <a:solidFill>
          <a:srgbClr val="FF5C35"/>
        </a:solidFill>
      </p:bgPr>
    </p:bg>
    <p:spTree>
      <p:nvGrpSpPr>
        <p:cNvPr id="1181" name="Shape 1181"/>
        <p:cNvGrpSpPr/>
        <p:nvPr/>
      </p:nvGrpSpPr>
      <p:grpSpPr>
        <a:xfrm>
          <a:off x="0" y="0"/>
          <a:ext cx="0" cy="0"/>
          <a:chOff x="0" y="0"/>
          <a:chExt cx="0" cy="0"/>
        </a:xfrm>
      </p:grpSpPr>
      <p:sp>
        <p:nvSpPr>
          <p:cNvPr id="1182" name="Google Shape;1182;p126"/>
          <p:cNvSpPr/>
          <p:nvPr/>
        </p:nvSpPr>
        <p:spPr>
          <a:xfrm>
            <a:off x="6562400" y="-21275"/>
            <a:ext cx="2581200" cy="4831200"/>
          </a:xfrm>
          <a:prstGeom prst="rect">
            <a:avLst/>
          </a:prstGeom>
          <a:solidFill>
            <a:srgbClr val="FE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26"/>
          <p:cNvSpPr/>
          <p:nvPr/>
        </p:nvSpPr>
        <p:spPr>
          <a:xfrm>
            <a:off x="6692625" y="1331675"/>
            <a:ext cx="1497000" cy="1497000"/>
          </a:xfrm>
          <a:prstGeom prst="ellipse">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4" name="Google Shape;1184;p126"/>
          <p:cNvGrpSpPr/>
          <p:nvPr/>
        </p:nvGrpSpPr>
        <p:grpSpPr>
          <a:xfrm>
            <a:off x="4533500" y="3171250"/>
            <a:ext cx="2028900" cy="631508"/>
            <a:chOff x="4171550" y="3128675"/>
            <a:chExt cx="2028900" cy="631508"/>
          </a:xfrm>
        </p:grpSpPr>
        <p:sp>
          <p:nvSpPr>
            <p:cNvPr id="1185" name="Google Shape;1185;p126"/>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26"/>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26"/>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26"/>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89" name="Google Shape;1189;p126"/>
          <p:cNvPicPr preferRelativeResize="0"/>
          <p:nvPr/>
        </p:nvPicPr>
        <p:blipFill>
          <a:blip r:embed="rId2">
            <a:alphaModFix/>
          </a:blip>
          <a:stretch>
            <a:fillRect/>
          </a:stretch>
        </p:blipFill>
        <p:spPr>
          <a:xfrm>
            <a:off x="5575663" y="393725"/>
            <a:ext cx="1987925" cy="4030961"/>
          </a:xfrm>
          <a:prstGeom prst="rect">
            <a:avLst/>
          </a:prstGeom>
          <a:noFill/>
          <a:ln>
            <a:noFill/>
          </a:ln>
        </p:spPr>
      </p:pic>
      <p:sp>
        <p:nvSpPr>
          <p:cNvPr id="1190" name="Google Shape;1190;p126"/>
          <p:cNvSpPr/>
          <p:nvPr>
            <p:ph idx="2" type="pic"/>
          </p:nvPr>
        </p:nvSpPr>
        <p:spPr>
          <a:xfrm>
            <a:off x="5682950" y="486150"/>
            <a:ext cx="1774800" cy="3846000"/>
          </a:xfrm>
          <a:prstGeom prst="roundRect">
            <a:avLst>
              <a:gd fmla="val 11668" name="adj"/>
            </a:avLst>
          </a:prstGeom>
          <a:noFill/>
          <a:ln>
            <a:noFill/>
          </a:ln>
        </p:spPr>
      </p:sp>
      <p:sp>
        <p:nvSpPr>
          <p:cNvPr id="1191" name="Google Shape;1191;p126"/>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2" name="Google Shape;1192;p126"/>
          <p:cNvGrpSpPr/>
          <p:nvPr/>
        </p:nvGrpSpPr>
        <p:grpSpPr>
          <a:xfrm>
            <a:off x="8247715" y="4884429"/>
            <a:ext cx="648372" cy="183782"/>
            <a:chOff x="12596224" y="4969749"/>
            <a:chExt cx="2253641" cy="638797"/>
          </a:xfrm>
        </p:grpSpPr>
        <p:sp>
          <p:nvSpPr>
            <p:cNvPr id="1193" name="Google Shape;1193;p12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194" name="Google Shape;1194;p12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wo iPhone's - navy ">
  <p:cSld name="CUSTOM_1_1_1_1_1_1_5_1_1_1_1_1">
    <p:bg>
      <p:bgPr>
        <a:solidFill>
          <a:schemeClr val="dk1"/>
        </a:solidFill>
      </p:bgPr>
    </p:bg>
    <p:spTree>
      <p:nvGrpSpPr>
        <p:cNvPr id="1195" name="Shape 1195"/>
        <p:cNvGrpSpPr/>
        <p:nvPr/>
      </p:nvGrpSpPr>
      <p:grpSpPr>
        <a:xfrm>
          <a:off x="0" y="0"/>
          <a:ext cx="0" cy="0"/>
          <a:chOff x="0" y="0"/>
          <a:chExt cx="0" cy="0"/>
        </a:xfrm>
      </p:grpSpPr>
      <p:cxnSp>
        <p:nvCxnSpPr>
          <p:cNvPr id="1196" name="Google Shape;1196;p127"/>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197" name="Google Shape;1197;p12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198" name="Google Shape;1198;p127"/>
          <p:cNvGrpSpPr/>
          <p:nvPr/>
        </p:nvGrpSpPr>
        <p:grpSpPr>
          <a:xfrm rot="10800000">
            <a:off x="-3157" y="3802957"/>
            <a:ext cx="9144049" cy="668199"/>
            <a:chOff x="4171550" y="3128675"/>
            <a:chExt cx="2028900" cy="631508"/>
          </a:xfrm>
        </p:grpSpPr>
        <p:sp>
          <p:nvSpPr>
            <p:cNvPr id="1199" name="Google Shape;1199;p127"/>
            <p:cNvSpPr/>
            <p:nvPr/>
          </p:nvSpPr>
          <p:spPr>
            <a:xfrm>
              <a:off x="4171550" y="3128675"/>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27"/>
            <p:cNvSpPr/>
            <p:nvPr/>
          </p:nvSpPr>
          <p:spPr>
            <a:xfrm>
              <a:off x="4171550" y="3300878"/>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27"/>
            <p:cNvSpPr/>
            <p:nvPr/>
          </p:nvSpPr>
          <p:spPr>
            <a:xfrm>
              <a:off x="4171550" y="3473081"/>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27"/>
            <p:cNvSpPr/>
            <p:nvPr/>
          </p:nvSpPr>
          <p:spPr>
            <a:xfrm>
              <a:off x="4171550" y="3645283"/>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03" name="Google Shape;1203;p127"/>
          <p:cNvPicPr preferRelativeResize="0"/>
          <p:nvPr/>
        </p:nvPicPr>
        <p:blipFill>
          <a:blip r:embed="rId2">
            <a:alphaModFix/>
          </a:blip>
          <a:stretch>
            <a:fillRect/>
          </a:stretch>
        </p:blipFill>
        <p:spPr>
          <a:xfrm>
            <a:off x="4817500" y="768388"/>
            <a:ext cx="1826088" cy="3702774"/>
          </a:xfrm>
          <a:prstGeom prst="rect">
            <a:avLst/>
          </a:prstGeom>
          <a:noFill/>
          <a:ln>
            <a:noFill/>
          </a:ln>
        </p:spPr>
      </p:pic>
      <p:pic>
        <p:nvPicPr>
          <p:cNvPr id="1204" name="Google Shape;1204;p127"/>
          <p:cNvPicPr preferRelativeResize="0"/>
          <p:nvPr/>
        </p:nvPicPr>
        <p:blipFill>
          <a:blip r:embed="rId2">
            <a:alphaModFix/>
          </a:blip>
          <a:stretch>
            <a:fillRect/>
          </a:stretch>
        </p:blipFill>
        <p:spPr>
          <a:xfrm>
            <a:off x="2515813" y="768388"/>
            <a:ext cx="1826088" cy="3702774"/>
          </a:xfrm>
          <a:prstGeom prst="rect">
            <a:avLst/>
          </a:prstGeom>
          <a:noFill/>
          <a:ln>
            <a:noFill/>
          </a:ln>
        </p:spPr>
      </p:pic>
      <p:sp>
        <p:nvSpPr>
          <p:cNvPr id="1205" name="Google Shape;1205;p127"/>
          <p:cNvSpPr/>
          <p:nvPr>
            <p:ph idx="2" type="pic"/>
          </p:nvPr>
        </p:nvSpPr>
        <p:spPr>
          <a:xfrm>
            <a:off x="2616463" y="859538"/>
            <a:ext cx="1624800" cy="3528600"/>
          </a:xfrm>
          <a:prstGeom prst="roundRect">
            <a:avLst>
              <a:gd fmla="val 11668" name="adj"/>
            </a:avLst>
          </a:prstGeom>
          <a:noFill/>
          <a:ln>
            <a:noFill/>
          </a:ln>
        </p:spPr>
      </p:sp>
      <p:sp>
        <p:nvSpPr>
          <p:cNvPr id="1206" name="Google Shape;1206;p127"/>
          <p:cNvSpPr/>
          <p:nvPr>
            <p:ph idx="3" type="pic"/>
          </p:nvPr>
        </p:nvSpPr>
        <p:spPr>
          <a:xfrm>
            <a:off x="4918150" y="858350"/>
            <a:ext cx="1624800" cy="3528600"/>
          </a:xfrm>
          <a:prstGeom prst="roundRect">
            <a:avLst>
              <a:gd fmla="val 11668" name="adj"/>
            </a:avLst>
          </a:prstGeom>
          <a:noFill/>
          <a:ln>
            <a:noFill/>
          </a:ln>
        </p:spPr>
      </p:sp>
      <p:sp>
        <p:nvSpPr>
          <p:cNvPr id="1207" name="Google Shape;1207;p127"/>
          <p:cNvSpPr/>
          <p:nvPr/>
        </p:nvSpPr>
        <p:spPr>
          <a:xfrm>
            <a:off x="8582025" y="29051"/>
            <a:ext cx="561975" cy="890111"/>
          </a:xfrm>
          <a:custGeom>
            <a:rect b="b" l="l" r="r" t="t"/>
            <a:pathLst>
              <a:path extrusionOk="0" h="890111" w="561975">
                <a:moveTo>
                  <a:pt x="445055" y="141446"/>
                </a:moveTo>
                <a:cubicBezTo>
                  <a:pt x="486490" y="141446"/>
                  <a:pt x="525970" y="149733"/>
                  <a:pt x="561975" y="164783"/>
                </a:cubicBezTo>
                <a:lnTo>
                  <a:pt x="561975" y="15573"/>
                </a:lnTo>
                <a:cubicBezTo>
                  <a:pt x="524733" y="5382"/>
                  <a:pt x="485537" y="0"/>
                  <a:pt x="445055" y="0"/>
                </a:cubicBezTo>
                <a:cubicBezTo>
                  <a:pt x="199263" y="0"/>
                  <a:pt x="0" y="199263"/>
                  <a:pt x="0" y="445056"/>
                </a:cubicBezTo>
                <a:cubicBezTo>
                  <a:pt x="0" y="690848"/>
                  <a:pt x="199263" y="890111"/>
                  <a:pt x="445055" y="890111"/>
                </a:cubicBezTo>
                <a:cubicBezTo>
                  <a:pt x="485537" y="890111"/>
                  <a:pt x="524733" y="884730"/>
                  <a:pt x="561975" y="874538"/>
                </a:cubicBezTo>
                <a:lnTo>
                  <a:pt x="561975" y="725376"/>
                </a:lnTo>
                <a:cubicBezTo>
                  <a:pt x="525970" y="740426"/>
                  <a:pt x="486490" y="748713"/>
                  <a:pt x="445055" y="748713"/>
                </a:cubicBezTo>
                <a:cubicBezTo>
                  <a:pt x="277368" y="748713"/>
                  <a:pt x="141398" y="612743"/>
                  <a:pt x="141398" y="445056"/>
                </a:cubicBezTo>
                <a:cubicBezTo>
                  <a:pt x="141398" y="277368"/>
                  <a:pt x="277368" y="141446"/>
                  <a:pt x="445055" y="141446"/>
                </a:cubicBezTo>
                <a:close/>
              </a:path>
            </a:pathLst>
          </a:custGeom>
          <a:solidFill>
            <a:srgbClr val="0FBF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8" name="Google Shape;1208;p127"/>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9" name="Google Shape;1209;p127"/>
          <p:cNvGrpSpPr/>
          <p:nvPr/>
        </p:nvGrpSpPr>
        <p:grpSpPr>
          <a:xfrm>
            <a:off x="8247715" y="4884429"/>
            <a:ext cx="648372" cy="183782"/>
            <a:chOff x="12596224" y="4969749"/>
            <a:chExt cx="2253641" cy="638797"/>
          </a:xfrm>
        </p:grpSpPr>
        <p:sp>
          <p:nvSpPr>
            <p:cNvPr id="1210" name="Google Shape;1210;p12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11" name="Google Shape;1211;p12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wo iPhone's - beige ">
  <p:cSld name="CUSTOM_1_1_1_1_1_1_4_7_1_1_1">
    <p:bg>
      <p:bgPr>
        <a:solidFill>
          <a:schemeClr val="accent2"/>
        </a:solidFill>
      </p:bgPr>
    </p:bg>
    <p:spTree>
      <p:nvGrpSpPr>
        <p:cNvPr id="1212" name="Shape 1212"/>
        <p:cNvGrpSpPr/>
        <p:nvPr/>
      </p:nvGrpSpPr>
      <p:grpSpPr>
        <a:xfrm>
          <a:off x="0" y="0"/>
          <a:ext cx="0" cy="0"/>
          <a:chOff x="0" y="0"/>
          <a:chExt cx="0" cy="0"/>
        </a:xfrm>
      </p:grpSpPr>
      <p:cxnSp>
        <p:nvCxnSpPr>
          <p:cNvPr id="1213" name="Google Shape;1213;p128"/>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214" name="Google Shape;1214;p12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215" name="Google Shape;1215;p128"/>
          <p:cNvGrpSpPr/>
          <p:nvPr/>
        </p:nvGrpSpPr>
        <p:grpSpPr>
          <a:xfrm rot="10800000">
            <a:off x="-3157" y="3802957"/>
            <a:ext cx="9144049" cy="668199"/>
            <a:chOff x="4171550" y="3128675"/>
            <a:chExt cx="2028900" cy="631508"/>
          </a:xfrm>
        </p:grpSpPr>
        <p:sp>
          <p:nvSpPr>
            <p:cNvPr id="1216" name="Google Shape;1216;p128"/>
            <p:cNvSpPr/>
            <p:nvPr/>
          </p:nvSpPr>
          <p:spPr>
            <a:xfrm>
              <a:off x="4171550" y="3128675"/>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28"/>
            <p:cNvSpPr/>
            <p:nvPr/>
          </p:nvSpPr>
          <p:spPr>
            <a:xfrm>
              <a:off x="4171550" y="3300878"/>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28"/>
            <p:cNvSpPr/>
            <p:nvPr/>
          </p:nvSpPr>
          <p:spPr>
            <a:xfrm>
              <a:off x="4171550" y="3473081"/>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28"/>
            <p:cNvSpPr/>
            <p:nvPr/>
          </p:nvSpPr>
          <p:spPr>
            <a:xfrm>
              <a:off x="4171550" y="3645283"/>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20" name="Google Shape;1220;p128"/>
          <p:cNvPicPr preferRelativeResize="0"/>
          <p:nvPr/>
        </p:nvPicPr>
        <p:blipFill>
          <a:blip r:embed="rId2">
            <a:alphaModFix/>
          </a:blip>
          <a:stretch>
            <a:fillRect/>
          </a:stretch>
        </p:blipFill>
        <p:spPr>
          <a:xfrm>
            <a:off x="4817500" y="768388"/>
            <a:ext cx="1826088" cy="3702774"/>
          </a:xfrm>
          <a:prstGeom prst="rect">
            <a:avLst/>
          </a:prstGeom>
          <a:noFill/>
          <a:ln>
            <a:noFill/>
          </a:ln>
        </p:spPr>
      </p:pic>
      <p:pic>
        <p:nvPicPr>
          <p:cNvPr id="1221" name="Google Shape;1221;p128"/>
          <p:cNvPicPr preferRelativeResize="0"/>
          <p:nvPr/>
        </p:nvPicPr>
        <p:blipFill>
          <a:blip r:embed="rId2">
            <a:alphaModFix/>
          </a:blip>
          <a:stretch>
            <a:fillRect/>
          </a:stretch>
        </p:blipFill>
        <p:spPr>
          <a:xfrm>
            <a:off x="2515813" y="768388"/>
            <a:ext cx="1826088" cy="3702774"/>
          </a:xfrm>
          <a:prstGeom prst="rect">
            <a:avLst/>
          </a:prstGeom>
          <a:noFill/>
          <a:ln>
            <a:noFill/>
          </a:ln>
        </p:spPr>
      </p:pic>
      <p:sp>
        <p:nvSpPr>
          <p:cNvPr id="1222" name="Google Shape;1222;p128"/>
          <p:cNvSpPr/>
          <p:nvPr>
            <p:ph idx="2" type="pic"/>
          </p:nvPr>
        </p:nvSpPr>
        <p:spPr>
          <a:xfrm>
            <a:off x="2616463" y="859538"/>
            <a:ext cx="1624800" cy="3528600"/>
          </a:xfrm>
          <a:prstGeom prst="roundRect">
            <a:avLst>
              <a:gd fmla="val 11668" name="adj"/>
            </a:avLst>
          </a:prstGeom>
          <a:noFill/>
          <a:ln>
            <a:noFill/>
          </a:ln>
        </p:spPr>
      </p:sp>
      <p:sp>
        <p:nvSpPr>
          <p:cNvPr id="1223" name="Google Shape;1223;p128"/>
          <p:cNvSpPr/>
          <p:nvPr>
            <p:ph idx="3" type="pic"/>
          </p:nvPr>
        </p:nvSpPr>
        <p:spPr>
          <a:xfrm>
            <a:off x="4918150" y="858350"/>
            <a:ext cx="1624800" cy="3528600"/>
          </a:xfrm>
          <a:prstGeom prst="roundRect">
            <a:avLst>
              <a:gd fmla="val 11668" name="adj"/>
            </a:avLst>
          </a:prstGeom>
          <a:noFill/>
          <a:ln>
            <a:noFill/>
          </a:ln>
        </p:spPr>
      </p:sp>
      <p:sp>
        <p:nvSpPr>
          <p:cNvPr id="1224" name="Google Shape;1224;p128"/>
          <p:cNvSpPr/>
          <p:nvPr/>
        </p:nvSpPr>
        <p:spPr>
          <a:xfrm>
            <a:off x="8582025" y="29051"/>
            <a:ext cx="561975" cy="890111"/>
          </a:xfrm>
          <a:custGeom>
            <a:rect b="b" l="l" r="r" t="t"/>
            <a:pathLst>
              <a:path extrusionOk="0" h="890111" w="561975">
                <a:moveTo>
                  <a:pt x="445055" y="141446"/>
                </a:moveTo>
                <a:cubicBezTo>
                  <a:pt x="486490" y="141446"/>
                  <a:pt x="525970" y="149733"/>
                  <a:pt x="561975" y="164783"/>
                </a:cubicBezTo>
                <a:lnTo>
                  <a:pt x="561975" y="15573"/>
                </a:lnTo>
                <a:cubicBezTo>
                  <a:pt x="524733" y="5382"/>
                  <a:pt x="485537" y="0"/>
                  <a:pt x="445055" y="0"/>
                </a:cubicBezTo>
                <a:cubicBezTo>
                  <a:pt x="199263" y="0"/>
                  <a:pt x="0" y="199263"/>
                  <a:pt x="0" y="445056"/>
                </a:cubicBezTo>
                <a:cubicBezTo>
                  <a:pt x="0" y="690848"/>
                  <a:pt x="199263" y="890111"/>
                  <a:pt x="445055" y="890111"/>
                </a:cubicBezTo>
                <a:cubicBezTo>
                  <a:pt x="485537" y="890111"/>
                  <a:pt x="524733" y="884730"/>
                  <a:pt x="561975" y="874538"/>
                </a:cubicBezTo>
                <a:lnTo>
                  <a:pt x="561975" y="725376"/>
                </a:lnTo>
                <a:cubicBezTo>
                  <a:pt x="525970" y="740426"/>
                  <a:pt x="486490" y="748713"/>
                  <a:pt x="445055" y="748713"/>
                </a:cubicBezTo>
                <a:cubicBezTo>
                  <a:pt x="277368" y="748713"/>
                  <a:pt x="141398" y="612743"/>
                  <a:pt x="141398" y="445056"/>
                </a:cubicBezTo>
                <a:cubicBezTo>
                  <a:pt x="141398" y="277368"/>
                  <a:pt x="277368" y="141446"/>
                  <a:pt x="445055" y="14144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5" name="Google Shape;1225;p12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6" name="Google Shape;1226;p128"/>
          <p:cNvGrpSpPr/>
          <p:nvPr/>
        </p:nvGrpSpPr>
        <p:grpSpPr>
          <a:xfrm>
            <a:off x="8247715" y="4884429"/>
            <a:ext cx="648372" cy="183782"/>
            <a:chOff x="12596224" y="4969749"/>
            <a:chExt cx="2253641" cy="638797"/>
          </a:xfrm>
        </p:grpSpPr>
        <p:sp>
          <p:nvSpPr>
            <p:cNvPr id="1227" name="Google Shape;1227;p12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28" name="Google Shape;1228;p12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wo iPhone's - white">
  <p:cSld name="CUSTOM_1_1_1_1_1_1_2_2_8_1_1_1">
    <p:bg>
      <p:bgPr>
        <a:solidFill>
          <a:schemeClr val="lt1"/>
        </a:solidFill>
      </p:bgPr>
    </p:bg>
    <p:spTree>
      <p:nvGrpSpPr>
        <p:cNvPr id="1229" name="Shape 1229"/>
        <p:cNvGrpSpPr/>
        <p:nvPr/>
      </p:nvGrpSpPr>
      <p:grpSpPr>
        <a:xfrm>
          <a:off x="0" y="0"/>
          <a:ext cx="0" cy="0"/>
          <a:chOff x="0" y="0"/>
          <a:chExt cx="0" cy="0"/>
        </a:xfrm>
      </p:grpSpPr>
      <p:cxnSp>
        <p:nvCxnSpPr>
          <p:cNvPr id="1230" name="Google Shape;1230;p129"/>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231" name="Google Shape;1231;p12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232" name="Google Shape;1232;p129"/>
          <p:cNvGrpSpPr/>
          <p:nvPr/>
        </p:nvGrpSpPr>
        <p:grpSpPr>
          <a:xfrm rot="10800000">
            <a:off x="-3157" y="3802957"/>
            <a:ext cx="9144049" cy="668199"/>
            <a:chOff x="4171550" y="3128675"/>
            <a:chExt cx="2028900" cy="631508"/>
          </a:xfrm>
        </p:grpSpPr>
        <p:sp>
          <p:nvSpPr>
            <p:cNvPr id="1233" name="Google Shape;1233;p129"/>
            <p:cNvSpPr/>
            <p:nvPr/>
          </p:nvSpPr>
          <p:spPr>
            <a:xfrm>
              <a:off x="4171550" y="3128675"/>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29"/>
            <p:cNvSpPr/>
            <p:nvPr/>
          </p:nvSpPr>
          <p:spPr>
            <a:xfrm>
              <a:off x="4171550" y="3300878"/>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29"/>
            <p:cNvSpPr/>
            <p:nvPr/>
          </p:nvSpPr>
          <p:spPr>
            <a:xfrm>
              <a:off x="4171550" y="3473081"/>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29"/>
            <p:cNvSpPr/>
            <p:nvPr/>
          </p:nvSpPr>
          <p:spPr>
            <a:xfrm>
              <a:off x="4171550" y="3645283"/>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37" name="Google Shape;1237;p129"/>
          <p:cNvPicPr preferRelativeResize="0"/>
          <p:nvPr/>
        </p:nvPicPr>
        <p:blipFill>
          <a:blip r:embed="rId2">
            <a:alphaModFix/>
          </a:blip>
          <a:stretch>
            <a:fillRect/>
          </a:stretch>
        </p:blipFill>
        <p:spPr>
          <a:xfrm>
            <a:off x="4817500" y="768388"/>
            <a:ext cx="1826088" cy="3702774"/>
          </a:xfrm>
          <a:prstGeom prst="rect">
            <a:avLst/>
          </a:prstGeom>
          <a:noFill/>
          <a:ln>
            <a:noFill/>
          </a:ln>
        </p:spPr>
      </p:pic>
      <p:pic>
        <p:nvPicPr>
          <p:cNvPr id="1238" name="Google Shape;1238;p129"/>
          <p:cNvPicPr preferRelativeResize="0"/>
          <p:nvPr/>
        </p:nvPicPr>
        <p:blipFill>
          <a:blip r:embed="rId2">
            <a:alphaModFix/>
          </a:blip>
          <a:stretch>
            <a:fillRect/>
          </a:stretch>
        </p:blipFill>
        <p:spPr>
          <a:xfrm>
            <a:off x="2515813" y="768388"/>
            <a:ext cx="1826088" cy="3702774"/>
          </a:xfrm>
          <a:prstGeom prst="rect">
            <a:avLst/>
          </a:prstGeom>
          <a:noFill/>
          <a:ln>
            <a:noFill/>
          </a:ln>
        </p:spPr>
      </p:pic>
      <p:sp>
        <p:nvSpPr>
          <p:cNvPr id="1239" name="Google Shape;1239;p129"/>
          <p:cNvSpPr/>
          <p:nvPr>
            <p:ph idx="2" type="pic"/>
          </p:nvPr>
        </p:nvSpPr>
        <p:spPr>
          <a:xfrm>
            <a:off x="2616463" y="859538"/>
            <a:ext cx="1624800" cy="3528600"/>
          </a:xfrm>
          <a:prstGeom prst="roundRect">
            <a:avLst>
              <a:gd fmla="val 11668" name="adj"/>
            </a:avLst>
          </a:prstGeom>
          <a:noFill/>
          <a:ln>
            <a:noFill/>
          </a:ln>
        </p:spPr>
      </p:sp>
      <p:sp>
        <p:nvSpPr>
          <p:cNvPr id="1240" name="Google Shape;1240;p129"/>
          <p:cNvSpPr/>
          <p:nvPr>
            <p:ph idx="3" type="pic"/>
          </p:nvPr>
        </p:nvSpPr>
        <p:spPr>
          <a:xfrm>
            <a:off x="4918150" y="858350"/>
            <a:ext cx="1624800" cy="3528600"/>
          </a:xfrm>
          <a:prstGeom prst="roundRect">
            <a:avLst>
              <a:gd fmla="val 11668" name="adj"/>
            </a:avLst>
          </a:prstGeom>
          <a:noFill/>
          <a:ln>
            <a:noFill/>
          </a:ln>
        </p:spPr>
      </p:sp>
      <p:sp>
        <p:nvSpPr>
          <p:cNvPr id="1241" name="Google Shape;1241;p129"/>
          <p:cNvSpPr/>
          <p:nvPr/>
        </p:nvSpPr>
        <p:spPr>
          <a:xfrm>
            <a:off x="8582025" y="29051"/>
            <a:ext cx="561975" cy="890111"/>
          </a:xfrm>
          <a:custGeom>
            <a:rect b="b" l="l" r="r" t="t"/>
            <a:pathLst>
              <a:path extrusionOk="0" h="890111" w="561975">
                <a:moveTo>
                  <a:pt x="445055" y="141446"/>
                </a:moveTo>
                <a:cubicBezTo>
                  <a:pt x="486490" y="141446"/>
                  <a:pt x="525970" y="149733"/>
                  <a:pt x="561975" y="164783"/>
                </a:cubicBezTo>
                <a:lnTo>
                  <a:pt x="561975" y="15573"/>
                </a:lnTo>
                <a:cubicBezTo>
                  <a:pt x="524733" y="5382"/>
                  <a:pt x="485537" y="0"/>
                  <a:pt x="445055" y="0"/>
                </a:cubicBezTo>
                <a:cubicBezTo>
                  <a:pt x="199263" y="0"/>
                  <a:pt x="0" y="199263"/>
                  <a:pt x="0" y="445056"/>
                </a:cubicBezTo>
                <a:cubicBezTo>
                  <a:pt x="0" y="690848"/>
                  <a:pt x="199263" y="890111"/>
                  <a:pt x="445055" y="890111"/>
                </a:cubicBezTo>
                <a:cubicBezTo>
                  <a:pt x="485537" y="890111"/>
                  <a:pt x="524733" y="884730"/>
                  <a:pt x="561975" y="874538"/>
                </a:cubicBezTo>
                <a:lnTo>
                  <a:pt x="561975" y="725376"/>
                </a:lnTo>
                <a:cubicBezTo>
                  <a:pt x="525970" y="740426"/>
                  <a:pt x="486490" y="748713"/>
                  <a:pt x="445055" y="748713"/>
                </a:cubicBezTo>
                <a:cubicBezTo>
                  <a:pt x="277368" y="748713"/>
                  <a:pt x="141398" y="612743"/>
                  <a:pt x="141398" y="445056"/>
                </a:cubicBezTo>
                <a:cubicBezTo>
                  <a:pt x="141398" y="277368"/>
                  <a:pt x="277368" y="141446"/>
                  <a:pt x="445055" y="14144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2" name="Google Shape;1242;p129"/>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3" name="Google Shape;1243;p129"/>
          <p:cNvGrpSpPr/>
          <p:nvPr/>
        </p:nvGrpSpPr>
        <p:grpSpPr>
          <a:xfrm>
            <a:off x="8247715" y="4884429"/>
            <a:ext cx="648372" cy="183782"/>
            <a:chOff x="12596224" y="4969749"/>
            <a:chExt cx="2253641" cy="638797"/>
          </a:xfrm>
        </p:grpSpPr>
        <p:sp>
          <p:nvSpPr>
            <p:cNvPr id="1244" name="Google Shape;1244;p12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45" name="Google Shape;1245;p12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wo iPhone's - orange">
  <p:cSld name="CUSTOM_1_1_1_1_1_1_2_1_8_1_1_1">
    <p:bg>
      <p:bgPr>
        <a:solidFill>
          <a:srgbClr val="FF5C35"/>
        </a:solidFill>
      </p:bgPr>
    </p:bg>
    <p:spTree>
      <p:nvGrpSpPr>
        <p:cNvPr id="1246" name="Shape 1246"/>
        <p:cNvGrpSpPr/>
        <p:nvPr/>
      </p:nvGrpSpPr>
      <p:grpSpPr>
        <a:xfrm>
          <a:off x="0" y="0"/>
          <a:ext cx="0" cy="0"/>
          <a:chOff x="0" y="0"/>
          <a:chExt cx="0" cy="0"/>
        </a:xfrm>
      </p:grpSpPr>
      <p:cxnSp>
        <p:nvCxnSpPr>
          <p:cNvPr id="1247" name="Google Shape;1247;p130"/>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248" name="Google Shape;1248;p13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249" name="Google Shape;1249;p130"/>
          <p:cNvGrpSpPr/>
          <p:nvPr/>
        </p:nvGrpSpPr>
        <p:grpSpPr>
          <a:xfrm rot="10800000">
            <a:off x="-3157" y="3802957"/>
            <a:ext cx="9144049" cy="668199"/>
            <a:chOff x="4171550" y="3128675"/>
            <a:chExt cx="2028900" cy="631508"/>
          </a:xfrm>
        </p:grpSpPr>
        <p:sp>
          <p:nvSpPr>
            <p:cNvPr id="1250" name="Google Shape;1250;p130"/>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30"/>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30"/>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30"/>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54" name="Google Shape;1254;p130"/>
          <p:cNvPicPr preferRelativeResize="0"/>
          <p:nvPr/>
        </p:nvPicPr>
        <p:blipFill>
          <a:blip r:embed="rId2">
            <a:alphaModFix/>
          </a:blip>
          <a:stretch>
            <a:fillRect/>
          </a:stretch>
        </p:blipFill>
        <p:spPr>
          <a:xfrm>
            <a:off x="4817500" y="768388"/>
            <a:ext cx="1826088" cy="3702774"/>
          </a:xfrm>
          <a:prstGeom prst="rect">
            <a:avLst/>
          </a:prstGeom>
          <a:noFill/>
          <a:ln>
            <a:noFill/>
          </a:ln>
        </p:spPr>
      </p:pic>
      <p:pic>
        <p:nvPicPr>
          <p:cNvPr id="1255" name="Google Shape;1255;p130"/>
          <p:cNvPicPr preferRelativeResize="0"/>
          <p:nvPr/>
        </p:nvPicPr>
        <p:blipFill>
          <a:blip r:embed="rId2">
            <a:alphaModFix/>
          </a:blip>
          <a:stretch>
            <a:fillRect/>
          </a:stretch>
        </p:blipFill>
        <p:spPr>
          <a:xfrm>
            <a:off x="2515813" y="768388"/>
            <a:ext cx="1826088" cy="3702774"/>
          </a:xfrm>
          <a:prstGeom prst="rect">
            <a:avLst/>
          </a:prstGeom>
          <a:noFill/>
          <a:ln>
            <a:noFill/>
          </a:ln>
        </p:spPr>
      </p:pic>
      <p:sp>
        <p:nvSpPr>
          <p:cNvPr id="1256" name="Google Shape;1256;p130"/>
          <p:cNvSpPr/>
          <p:nvPr>
            <p:ph idx="2" type="pic"/>
          </p:nvPr>
        </p:nvSpPr>
        <p:spPr>
          <a:xfrm>
            <a:off x="2616463" y="859538"/>
            <a:ext cx="1624800" cy="3528600"/>
          </a:xfrm>
          <a:prstGeom prst="roundRect">
            <a:avLst>
              <a:gd fmla="val 11668" name="adj"/>
            </a:avLst>
          </a:prstGeom>
          <a:noFill/>
          <a:ln>
            <a:noFill/>
          </a:ln>
        </p:spPr>
      </p:sp>
      <p:sp>
        <p:nvSpPr>
          <p:cNvPr id="1257" name="Google Shape;1257;p130"/>
          <p:cNvSpPr/>
          <p:nvPr>
            <p:ph idx="3" type="pic"/>
          </p:nvPr>
        </p:nvSpPr>
        <p:spPr>
          <a:xfrm>
            <a:off x="4918150" y="858350"/>
            <a:ext cx="1624800" cy="3528600"/>
          </a:xfrm>
          <a:prstGeom prst="roundRect">
            <a:avLst>
              <a:gd fmla="val 11668" name="adj"/>
            </a:avLst>
          </a:prstGeom>
          <a:noFill/>
          <a:ln>
            <a:noFill/>
          </a:ln>
        </p:spPr>
      </p:sp>
      <p:sp>
        <p:nvSpPr>
          <p:cNvPr id="1258" name="Google Shape;1258;p130"/>
          <p:cNvSpPr/>
          <p:nvPr/>
        </p:nvSpPr>
        <p:spPr>
          <a:xfrm>
            <a:off x="8582025" y="29051"/>
            <a:ext cx="561975" cy="890111"/>
          </a:xfrm>
          <a:custGeom>
            <a:rect b="b" l="l" r="r" t="t"/>
            <a:pathLst>
              <a:path extrusionOk="0" h="890111" w="561975">
                <a:moveTo>
                  <a:pt x="445055" y="141446"/>
                </a:moveTo>
                <a:cubicBezTo>
                  <a:pt x="486490" y="141446"/>
                  <a:pt x="525970" y="149733"/>
                  <a:pt x="561975" y="164783"/>
                </a:cubicBezTo>
                <a:lnTo>
                  <a:pt x="561975" y="15573"/>
                </a:lnTo>
                <a:cubicBezTo>
                  <a:pt x="524733" y="5382"/>
                  <a:pt x="485537" y="0"/>
                  <a:pt x="445055" y="0"/>
                </a:cubicBezTo>
                <a:cubicBezTo>
                  <a:pt x="199263" y="0"/>
                  <a:pt x="0" y="199263"/>
                  <a:pt x="0" y="445056"/>
                </a:cubicBezTo>
                <a:cubicBezTo>
                  <a:pt x="0" y="690848"/>
                  <a:pt x="199263" y="890111"/>
                  <a:pt x="445055" y="890111"/>
                </a:cubicBezTo>
                <a:cubicBezTo>
                  <a:pt x="485537" y="890111"/>
                  <a:pt x="524733" y="884730"/>
                  <a:pt x="561975" y="874538"/>
                </a:cubicBezTo>
                <a:lnTo>
                  <a:pt x="561975" y="725376"/>
                </a:lnTo>
                <a:cubicBezTo>
                  <a:pt x="525970" y="740426"/>
                  <a:pt x="486490" y="748713"/>
                  <a:pt x="445055" y="748713"/>
                </a:cubicBezTo>
                <a:cubicBezTo>
                  <a:pt x="277368" y="748713"/>
                  <a:pt x="141398" y="612743"/>
                  <a:pt x="141398" y="445056"/>
                </a:cubicBezTo>
                <a:cubicBezTo>
                  <a:pt x="141398" y="277368"/>
                  <a:pt x="277368" y="141446"/>
                  <a:pt x="445055" y="141446"/>
                </a:cubicBezTo>
                <a:close/>
              </a:path>
            </a:pathLst>
          </a:custGeom>
          <a:solidFill>
            <a:srgbClr val="FCEAD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9" name="Google Shape;1259;p130"/>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0" name="Google Shape;1260;p130"/>
          <p:cNvGrpSpPr/>
          <p:nvPr/>
        </p:nvGrpSpPr>
        <p:grpSpPr>
          <a:xfrm>
            <a:off x="8247715" y="4884429"/>
            <a:ext cx="648372" cy="183782"/>
            <a:chOff x="12596224" y="4969749"/>
            <a:chExt cx="2253641" cy="638797"/>
          </a:xfrm>
        </p:grpSpPr>
        <p:sp>
          <p:nvSpPr>
            <p:cNvPr id="1261" name="Google Shape;1261;p13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62" name="Google Shape;1262;p13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navy 1">
  <p:cSld name="CUSTOM_1_1_1_1_1_1_5_1_1_1_1_1_1">
    <p:bg>
      <p:bgPr>
        <a:solidFill>
          <a:schemeClr val="dk1"/>
        </a:solidFill>
      </p:bgPr>
    </p:bg>
    <p:spTree>
      <p:nvGrpSpPr>
        <p:cNvPr id="1263" name="Shape 1263"/>
        <p:cNvGrpSpPr/>
        <p:nvPr/>
      </p:nvGrpSpPr>
      <p:grpSpPr>
        <a:xfrm>
          <a:off x="0" y="0"/>
          <a:ext cx="0" cy="0"/>
          <a:chOff x="0" y="0"/>
          <a:chExt cx="0" cy="0"/>
        </a:xfrm>
      </p:grpSpPr>
      <p:sp>
        <p:nvSpPr>
          <p:cNvPr id="1264" name="Google Shape;1264;p131"/>
          <p:cNvSpPr/>
          <p:nvPr/>
        </p:nvSpPr>
        <p:spPr>
          <a:xfrm>
            <a:off x="-7875" y="4392700"/>
            <a:ext cx="9151800" cy="7509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5" name="Google Shape;1265;p131"/>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266" name="Google Shape;1266;p13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267" name="Google Shape;1267;p131"/>
          <p:cNvSpPr/>
          <p:nvPr/>
        </p:nvSpPr>
        <p:spPr>
          <a:xfrm>
            <a:off x="-7875" y="4600175"/>
            <a:ext cx="9151800" cy="2076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8" name="Google Shape;1268;p131"/>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269" name="Google Shape;1269;p131"/>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270" name="Google Shape;1270;p131"/>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271" name="Google Shape;1271;p131"/>
          <p:cNvSpPr/>
          <p:nvPr>
            <p:ph idx="2" type="pic"/>
          </p:nvPr>
        </p:nvSpPr>
        <p:spPr>
          <a:xfrm>
            <a:off x="1726125" y="783250"/>
            <a:ext cx="1492800" cy="3248700"/>
          </a:xfrm>
          <a:prstGeom prst="roundRect">
            <a:avLst>
              <a:gd fmla="val 11668" name="adj"/>
            </a:avLst>
          </a:prstGeom>
          <a:noFill/>
          <a:ln>
            <a:noFill/>
          </a:ln>
        </p:spPr>
      </p:sp>
      <p:sp>
        <p:nvSpPr>
          <p:cNvPr id="1272" name="Google Shape;1272;p131"/>
          <p:cNvSpPr/>
          <p:nvPr>
            <p:ph idx="3" type="pic"/>
          </p:nvPr>
        </p:nvSpPr>
        <p:spPr>
          <a:xfrm>
            <a:off x="3825025" y="777325"/>
            <a:ext cx="1492800" cy="3248700"/>
          </a:xfrm>
          <a:prstGeom prst="roundRect">
            <a:avLst>
              <a:gd fmla="val 11668" name="adj"/>
            </a:avLst>
          </a:prstGeom>
          <a:noFill/>
          <a:ln>
            <a:noFill/>
          </a:ln>
        </p:spPr>
      </p:sp>
      <p:sp>
        <p:nvSpPr>
          <p:cNvPr id="1273" name="Google Shape;1273;p131"/>
          <p:cNvSpPr/>
          <p:nvPr>
            <p:ph idx="4" type="pic"/>
          </p:nvPr>
        </p:nvSpPr>
        <p:spPr>
          <a:xfrm>
            <a:off x="5925125" y="783650"/>
            <a:ext cx="1492800" cy="3248700"/>
          </a:xfrm>
          <a:prstGeom prst="roundRect">
            <a:avLst>
              <a:gd fmla="val 11668" name="adj"/>
            </a:avLst>
          </a:prstGeom>
          <a:noFill/>
          <a:ln>
            <a:noFill/>
          </a:ln>
        </p:spPr>
      </p:sp>
      <p:sp>
        <p:nvSpPr>
          <p:cNvPr id="1274" name="Google Shape;1274;p131"/>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5" name="Google Shape;1275;p131"/>
          <p:cNvGrpSpPr/>
          <p:nvPr/>
        </p:nvGrpSpPr>
        <p:grpSpPr>
          <a:xfrm>
            <a:off x="8247715" y="4884429"/>
            <a:ext cx="648372" cy="183782"/>
            <a:chOff x="12596224" y="4969749"/>
            <a:chExt cx="2253641" cy="638797"/>
          </a:xfrm>
        </p:grpSpPr>
        <p:sp>
          <p:nvSpPr>
            <p:cNvPr id="1276" name="Google Shape;1276;p13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77" name="Google Shape;1277;p13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beige  1">
  <p:cSld name="CUSTOM_1_1_1_1_1_1_4_7_1_1_1_1">
    <p:bg>
      <p:bgPr>
        <a:solidFill>
          <a:schemeClr val="accent2"/>
        </a:solidFill>
      </p:bgPr>
    </p:bg>
    <p:spTree>
      <p:nvGrpSpPr>
        <p:cNvPr id="1278" name="Shape 1278"/>
        <p:cNvGrpSpPr/>
        <p:nvPr/>
      </p:nvGrpSpPr>
      <p:grpSpPr>
        <a:xfrm>
          <a:off x="0" y="0"/>
          <a:ext cx="0" cy="0"/>
          <a:chOff x="0" y="0"/>
          <a:chExt cx="0" cy="0"/>
        </a:xfrm>
      </p:grpSpPr>
      <p:sp>
        <p:nvSpPr>
          <p:cNvPr id="1279" name="Google Shape;1279;p132"/>
          <p:cNvSpPr/>
          <p:nvPr/>
        </p:nvSpPr>
        <p:spPr>
          <a:xfrm>
            <a:off x="-7875" y="4600175"/>
            <a:ext cx="9151800" cy="2076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32"/>
          <p:cNvSpPr/>
          <p:nvPr/>
        </p:nvSpPr>
        <p:spPr>
          <a:xfrm>
            <a:off x="-7875" y="4392700"/>
            <a:ext cx="9151800" cy="2076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1" name="Google Shape;1281;p132"/>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282" name="Google Shape;1282;p13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pic>
        <p:nvPicPr>
          <p:cNvPr id="1283" name="Google Shape;1283;p132"/>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284" name="Google Shape;1284;p132"/>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285" name="Google Shape;1285;p132"/>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286" name="Google Shape;1286;p132"/>
          <p:cNvSpPr/>
          <p:nvPr>
            <p:ph idx="2" type="pic"/>
          </p:nvPr>
        </p:nvSpPr>
        <p:spPr>
          <a:xfrm>
            <a:off x="1726125" y="783250"/>
            <a:ext cx="1492800" cy="3248700"/>
          </a:xfrm>
          <a:prstGeom prst="roundRect">
            <a:avLst>
              <a:gd fmla="val 11668" name="adj"/>
            </a:avLst>
          </a:prstGeom>
          <a:noFill/>
          <a:ln>
            <a:noFill/>
          </a:ln>
        </p:spPr>
      </p:sp>
      <p:sp>
        <p:nvSpPr>
          <p:cNvPr id="1287" name="Google Shape;1287;p132"/>
          <p:cNvSpPr/>
          <p:nvPr>
            <p:ph idx="3" type="pic"/>
          </p:nvPr>
        </p:nvSpPr>
        <p:spPr>
          <a:xfrm>
            <a:off x="3825025" y="777325"/>
            <a:ext cx="1492800" cy="3248700"/>
          </a:xfrm>
          <a:prstGeom prst="roundRect">
            <a:avLst>
              <a:gd fmla="val 11668" name="adj"/>
            </a:avLst>
          </a:prstGeom>
          <a:noFill/>
          <a:ln>
            <a:noFill/>
          </a:ln>
        </p:spPr>
      </p:sp>
      <p:sp>
        <p:nvSpPr>
          <p:cNvPr id="1288" name="Google Shape;1288;p132"/>
          <p:cNvSpPr/>
          <p:nvPr>
            <p:ph idx="4" type="pic"/>
          </p:nvPr>
        </p:nvSpPr>
        <p:spPr>
          <a:xfrm>
            <a:off x="5925125" y="783650"/>
            <a:ext cx="1492800" cy="3248700"/>
          </a:xfrm>
          <a:prstGeom prst="roundRect">
            <a:avLst>
              <a:gd fmla="val 11668" name="adj"/>
            </a:avLst>
          </a:prstGeom>
          <a:noFill/>
          <a:ln>
            <a:noFill/>
          </a:ln>
        </p:spPr>
      </p:sp>
      <p:sp>
        <p:nvSpPr>
          <p:cNvPr id="1289" name="Google Shape;1289;p132"/>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132"/>
          <p:cNvGrpSpPr/>
          <p:nvPr/>
        </p:nvGrpSpPr>
        <p:grpSpPr>
          <a:xfrm>
            <a:off x="8247715" y="4884429"/>
            <a:ext cx="648372" cy="183782"/>
            <a:chOff x="12596224" y="4969749"/>
            <a:chExt cx="2253641" cy="638797"/>
          </a:xfrm>
        </p:grpSpPr>
        <p:sp>
          <p:nvSpPr>
            <p:cNvPr id="1291" name="Google Shape;1291;p13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292" name="Google Shape;1292;p13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white 1">
  <p:cSld name="CUSTOM_1_1_1_1_1_1_2_2_8_1_1_1_1">
    <p:bg>
      <p:bgPr>
        <a:solidFill>
          <a:schemeClr val="lt1"/>
        </a:solidFill>
      </p:bgPr>
    </p:bg>
    <p:spTree>
      <p:nvGrpSpPr>
        <p:cNvPr id="1293" name="Shape 1293"/>
        <p:cNvGrpSpPr/>
        <p:nvPr/>
      </p:nvGrpSpPr>
      <p:grpSpPr>
        <a:xfrm>
          <a:off x="0" y="0"/>
          <a:ext cx="0" cy="0"/>
          <a:chOff x="0" y="0"/>
          <a:chExt cx="0" cy="0"/>
        </a:xfrm>
      </p:grpSpPr>
      <p:sp>
        <p:nvSpPr>
          <p:cNvPr id="1294" name="Google Shape;1294;p133"/>
          <p:cNvSpPr/>
          <p:nvPr/>
        </p:nvSpPr>
        <p:spPr>
          <a:xfrm>
            <a:off x="-7875" y="4393104"/>
            <a:ext cx="9151800" cy="743700"/>
          </a:xfrm>
          <a:prstGeom prst="rect">
            <a:avLst/>
          </a:prstGeom>
          <a:solidFill>
            <a:srgbClr val="516F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5" name="Google Shape;1295;p133"/>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296" name="Google Shape;1296;p133"/>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sp>
        <p:nvSpPr>
          <p:cNvPr id="1297" name="Google Shape;1297;p133"/>
          <p:cNvSpPr/>
          <p:nvPr/>
        </p:nvSpPr>
        <p:spPr>
          <a:xfrm>
            <a:off x="-7875" y="4600175"/>
            <a:ext cx="9151800" cy="2076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8" name="Google Shape;1298;p133"/>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299" name="Google Shape;1299;p133"/>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00" name="Google Shape;1300;p133"/>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01" name="Google Shape;1301;p133"/>
          <p:cNvSpPr/>
          <p:nvPr>
            <p:ph idx="2" type="pic"/>
          </p:nvPr>
        </p:nvSpPr>
        <p:spPr>
          <a:xfrm>
            <a:off x="1726125" y="783250"/>
            <a:ext cx="1492800" cy="3248700"/>
          </a:xfrm>
          <a:prstGeom prst="roundRect">
            <a:avLst>
              <a:gd fmla="val 11668" name="adj"/>
            </a:avLst>
          </a:prstGeom>
          <a:noFill/>
          <a:ln>
            <a:noFill/>
          </a:ln>
        </p:spPr>
      </p:sp>
      <p:sp>
        <p:nvSpPr>
          <p:cNvPr id="1302" name="Google Shape;1302;p133"/>
          <p:cNvSpPr/>
          <p:nvPr>
            <p:ph idx="3" type="pic"/>
          </p:nvPr>
        </p:nvSpPr>
        <p:spPr>
          <a:xfrm>
            <a:off x="3825025" y="777325"/>
            <a:ext cx="1492800" cy="3248700"/>
          </a:xfrm>
          <a:prstGeom prst="roundRect">
            <a:avLst>
              <a:gd fmla="val 11668" name="adj"/>
            </a:avLst>
          </a:prstGeom>
          <a:noFill/>
          <a:ln>
            <a:noFill/>
          </a:ln>
        </p:spPr>
      </p:sp>
      <p:sp>
        <p:nvSpPr>
          <p:cNvPr id="1303" name="Google Shape;1303;p133"/>
          <p:cNvSpPr/>
          <p:nvPr>
            <p:ph idx="4" type="pic"/>
          </p:nvPr>
        </p:nvSpPr>
        <p:spPr>
          <a:xfrm>
            <a:off x="5925125" y="783650"/>
            <a:ext cx="1492800" cy="3248700"/>
          </a:xfrm>
          <a:prstGeom prst="roundRect">
            <a:avLst>
              <a:gd fmla="val 11668" name="adj"/>
            </a:avLst>
          </a:prstGeom>
          <a:noFill/>
          <a:ln>
            <a:noFill/>
          </a:ln>
        </p:spPr>
      </p:sp>
      <p:sp>
        <p:nvSpPr>
          <p:cNvPr id="1304" name="Google Shape;1304;p133"/>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133"/>
          <p:cNvGrpSpPr/>
          <p:nvPr/>
        </p:nvGrpSpPr>
        <p:grpSpPr>
          <a:xfrm>
            <a:off x="8247715" y="4884429"/>
            <a:ext cx="648372" cy="183782"/>
            <a:chOff x="12596224" y="4969749"/>
            <a:chExt cx="2253641" cy="638797"/>
          </a:xfrm>
        </p:grpSpPr>
        <p:sp>
          <p:nvSpPr>
            <p:cNvPr id="1306" name="Google Shape;1306;p13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07" name="Google Shape;1307;p13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orange 1">
  <p:cSld name="CUSTOM_1_1_1_1_1_1_2_1_8_1_1_1_1">
    <p:bg>
      <p:bgPr>
        <a:solidFill>
          <a:srgbClr val="FF5C35"/>
        </a:solidFill>
      </p:bgPr>
    </p:bg>
    <p:spTree>
      <p:nvGrpSpPr>
        <p:cNvPr id="1308" name="Shape 1308"/>
        <p:cNvGrpSpPr/>
        <p:nvPr/>
      </p:nvGrpSpPr>
      <p:grpSpPr>
        <a:xfrm>
          <a:off x="0" y="0"/>
          <a:ext cx="0" cy="0"/>
          <a:chOff x="0" y="0"/>
          <a:chExt cx="0" cy="0"/>
        </a:xfrm>
      </p:grpSpPr>
      <p:cxnSp>
        <p:nvCxnSpPr>
          <p:cNvPr id="1309" name="Google Shape;1309;p134"/>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310" name="Google Shape;1310;p13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311" name="Google Shape;1311;p134"/>
          <p:cNvSpPr/>
          <p:nvPr/>
        </p:nvSpPr>
        <p:spPr>
          <a:xfrm>
            <a:off x="-7875" y="4600175"/>
            <a:ext cx="9151800" cy="2076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34"/>
          <p:cNvSpPr/>
          <p:nvPr/>
        </p:nvSpPr>
        <p:spPr>
          <a:xfrm>
            <a:off x="-7875" y="4392700"/>
            <a:ext cx="9151800" cy="207600"/>
          </a:xfrm>
          <a:prstGeom prst="rect">
            <a:avLst/>
          </a:prstGeom>
          <a:solidFill>
            <a:srgbClr val="FFC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3" name="Google Shape;1313;p134"/>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314" name="Google Shape;1314;p134"/>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15" name="Google Shape;1315;p134"/>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16" name="Google Shape;1316;p134"/>
          <p:cNvSpPr/>
          <p:nvPr>
            <p:ph idx="2" type="pic"/>
          </p:nvPr>
        </p:nvSpPr>
        <p:spPr>
          <a:xfrm>
            <a:off x="1726125" y="783250"/>
            <a:ext cx="1492800" cy="3248700"/>
          </a:xfrm>
          <a:prstGeom prst="roundRect">
            <a:avLst>
              <a:gd fmla="val 11668" name="adj"/>
            </a:avLst>
          </a:prstGeom>
          <a:noFill/>
          <a:ln>
            <a:noFill/>
          </a:ln>
        </p:spPr>
      </p:sp>
      <p:sp>
        <p:nvSpPr>
          <p:cNvPr id="1317" name="Google Shape;1317;p134"/>
          <p:cNvSpPr/>
          <p:nvPr>
            <p:ph idx="3" type="pic"/>
          </p:nvPr>
        </p:nvSpPr>
        <p:spPr>
          <a:xfrm>
            <a:off x="3825025" y="777325"/>
            <a:ext cx="1492800" cy="3248700"/>
          </a:xfrm>
          <a:prstGeom prst="roundRect">
            <a:avLst>
              <a:gd fmla="val 11668" name="adj"/>
            </a:avLst>
          </a:prstGeom>
          <a:noFill/>
          <a:ln>
            <a:noFill/>
          </a:ln>
        </p:spPr>
      </p:sp>
      <p:sp>
        <p:nvSpPr>
          <p:cNvPr id="1318" name="Google Shape;1318;p134"/>
          <p:cNvSpPr/>
          <p:nvPr>
            <p:ph idx="4" type="pic"/>
          </p:nvPr>
        </p:nvSpPr>
        <p:spPr>
          <a:xfrm>
            <a:off x="5925125" y="783650"/>
            <a:ext cx="1492800" cy="3248700"/>
          </a:xfrm>
          <a:prstGeom prst="roundRect">
            <a:avLst>
              <a:gd fmla="val 11668" name="adj"/>
            </a:avLst>
          </a:prstGeom>
          <a:noFill/>
          <a:ln>
            <a:noFill/>
          </a:ln>
        </p:spPr>
      </p:sp>
      <p:sp>
        <p:nvSpPr>
          <p:cNvPr id="1319" name="Google Shape;1319;p134"/>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0" name="Google Shape;1320;p134"/>
          <p:cNvGrpSpPr/>
          <p:nvPr/>
        </p:nvGrpSpPr>
        <p:grpSpPr>
          <a:xfrm>
            <a:off x="8247715" y="4884429"/>
            <a:ext cx="648372" cy="183782"/>
            <a:chOff x="12596224" y="4969749"/>
            <a:chExt cx="2253641" cy="638797"/>
          </a:xfrm>
        </p:grpSpPr>
        <p:sp>
          <p:nvSpPr>
            <p:cNvPr id="1321" name="Google Shape;1321;p13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22" name="Google Shape;1322;p13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navy  2">
  <p:cSld name="CUSTOM_1_1_1_1_1_1_5_1_1_1_1_1_2">
    <p:bg>
      <p:bgPr>
        <a:solidFill>
          <a:schemeClr val="dk1"/>
        </a:solidFill>
      </p:bgPr>
    </p:bg>
    <p:spTree>
      <p:nvGrpSpPr>
        <p:cNvPr id="1323" name="Shape 1323"/>
        <p:cNvGrpSpPr/>
        <p:nvPr/>
      </p:nvGrpSpPr>
      <p:grpSpPr>
        <a:xfrm>
          <a:off x="0" y="0"/>
          <a:ext cx="0" cy="0"/>
          <a:chOff x="0" y="0"/>
          <a:chExt cx="0" cy="0"/>
        </a:xfrm>
      </p:grpSpPr>
      <p:cxnSp>
        <p:nvCxnSpPr>
          <p:cNvPr id="1324" name="Google Shape;1324;p135"/>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325" name="Google Shape;1325;p135"/>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326" name="Google Shape;1326;p135"/>
          <p:cNvGrpSpPr/>
          <p:nvPr/>
        </p:nvGrpSpPr>
        <p:grpSpPr>
          <a:xfrm rot="10800000">
            <a:off x="-3157" y="3802957"/>
            <a:ext cx="9144049" cy="668199"/>
            <a:chOff x="4171550" y="3128675"/>
            <a:chExt cx="2028900" cy="631508"/>
          </a:xfrm>
        </p:grpSpPr>
        <p:sp>
          <p:nvSpPr>
            <p:cNvPr id="1327" name="Google Shape;1327;p135"/>
            <p:cNvSpPr/>
            <p:nvPr/>
          </p:nvSpPr>
          <p:spPr>
            <a:xfrm>
              <a:off x="4171550" y="3128675"/>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35"/>
            <p:cNvSpPr/>
            <p:nvPr/>
          </p:nvSpPr>
          <p:spPr>
            <a:xfrm>
              <a:off x="4171550" y="3300878"/>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35"/>
            <p:cNvSpPr/>
            <p:nvPr/>
          </p:nvSpPr>
          <p:spPr>
            <a:xfrm>
              <a:off x="4171550" y="3473081"/>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35"/>
            <p:cNvSpPr/>
            <p:nvPr/>
          </p:nvSpPr>
          <p:spPr>
            <a:xfrm>
              <a:off x="4171550" y="3645283"/>
              <a:ext cx="2028900" cy="114900"/>
            </a:xfrm>
            <a:prstGeom prst="rect">
              <a:avLst/>
            </a:prstGeom>
            <a:solidFill>
              <a:srgbClr val="2E47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31" name="Google Shape;1331;p135"/>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332" name="Google Shape;1332;p135"/>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33" name="Google Shape;1333;p135"/>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34" name="Google Shape;1334;p135"/>
          <p:cNvSpPr/>
          <p:nvPr>
            <p:ph idx="2" type="pic"/>
          </p:nvPr>
        </p:nvSpPr>
        <p:spPr>
          <a:xfrm>
            <a:off x="1726125" y="783250"/>
            <a:ext cx="1492800" cy="3248700"/>
          </a:xfrm>
          <a:prstGeom prst="roundRect">
            <a:avLst>
              <a:gd fmla="val 11668" name="adj"/>
            </a:avLst>
          </a:prstGeom>
          <a:noFill/>
          <a:ln>
            <a:noFill/>
          </a:ln>
        </p:spPr>
      </p:sp>
      <p:sp>
        <p:nvSpPr>
          <p:cNvPr id="1335" name="Google Shape;1335;p135"/>
          <p:cNvSpPr/>
          <p:nvPr>
            <p:ph idx="3" type="pic"/>
          </p:nvPr>
        </p:nvSpPr>
        <p:spPr>
          <a:xfrm>
            <a:off x="3825025" y="777325"/>
            <a:ext cx="1492800" cy="3248700"/>
          </a:xfrm>
          <a:prstGeom prst="roundRect">
            <a:avLst>
              <a:gd fmla="val 11668" name="adj"/>
            </a:avLst>
          </a:prstGeom>
          <a:noFill/>
          <a:ln>
            <a:noFill/>
          </a:ln>
        </p:spPr>
      </p:sp>
      <p:sp>
        <p:nvSpPr>
          <p:cNvPr id="1336" name="Google Shape;1336;p135"/>
          <p:cNvSpPr/>
          <p:nvPr>
            <p:ph idx="4" type="pic"/>
          </p:nvPr>
        </p:nvSpPr>
        <p:spPr>
          <a:xfrm>
            <a:off x="5925125" y="783650"/>
            <a:ext cx="1492800" cy="3248700"/>
          </a:xfrm>
          <a:prstGeom prst="roundRect">
            <a:avLst>
              <a:gd fmla="val 11668" name="adj"/>
            </a:avLst>
          </a:prstGeom>
          <a:noFill/>
          <a:ln>
            <a:noFill/>
          </a:ln>
        </p:spPr>
      </p:sp>
      <p:sp>
        <p:nvSpPr>
          <p:cNvPr id="1337" name="Google Shape;1337;p135"/>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8" name="Google Shape;1338;p135"/>
          <p:cNvGrpSpPr/>
          <p:nvPr/>
        </p:nvGrpSpPr>
        <p:grpSpPr>
          <a:xfrm>
            <a:off x="8247715" y="4884429"/>
            <a:ext cx="648372" cy="183782"/>
            <a:chOff x="12596224" y="4969749"/>
            <a:chExt cx="2253641" cy="638797"/>
          </a:xfrm>
        </p:grpSpPr>
        <p:sp>
          <p:nvSpPr>
            <p:cNvPr id="1339" name="Google Shape;1339;p13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40" name="Google Shape;1340;p13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beige  2">
  <p:cSld name="CUSTOM_1_1_1_1_1_1_4_7_1_1_1_2">
    <p:bg>
      <p:bgPr>
        <a:solidFill>
          <a:schemeClr val="accent2"/>
        </a:solidFill>
      </p:bgPr>
    </p:bg>
    <p:spTree>
      <p:nvGrpSpPr>
        <p:cNvPr id="1341" name="Shape 1341"/>
        <p:cNvGrpSpPr/>
        <p:nvPr/>
      </p:nvGrpSpPr>
      <p:grpSpPr>
        <a:xfrm>
          <a:off x="0" y="0"/>
          <a:ext cx="0" cy="0"/>
          <a:chOff x="0" y="0"/>
          <a:chExt cx="0" cy="0"/>
        </a:xfrm>
      </p:grpSpPr>
      <p:cxnSp>
        <p:nvCxnSpPr>
          <p:cNvPr id="1342" name="Google Shape;1342;p136"/>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343" name="Google Shape;1343;p136"/>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344" name="Google Shape;1344;p136"/>
          <p:cNvGrpSpPr/>
          <p:nvPr/>
        </p:nvGrpSpPr>
        <p:grpSpPr>
          <a:xfrm rot="10800000">
            <a:off x="-3157" y="3802957"/>
            <a:ext cx="9144049" cy="668199"/>
            <a:chOff x="4171550" y="3128675"/>
            <a:chExt cx="2028900" cy="631508"/>
          </a:xfrm>
        </p:grpSpPr>
        <p:sp>
          <p:nvSpPr>
            <p:cNvPr id="1345" name="Google Shape;1345;p136"/>
            <p:cNvSpPr/>
            <p:nvPr/>
          </p:nvSpPr>
          <p:spPr>
            <a:xfrm>
              <a:off x="4171550" y="3128675"/>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36"/>
            <p:cNvSpPr/>
            <p:nvPr/>
          </p:nvSpPr>
          <p:spPr>
            <a:xfrm>
              <a:off x="4171550" y="3300878"/>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36"/>
            <p:cNvSpPr/>
            <p:nvPr/>
          </p:nvSpPr>
          <p:spPr>
            <a:xfrm>
              <a:off x="4171550" y="3473081"/>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36"/>
            <p:cNvSpPr/>
            <p:nvPr/>
          </p:nvSpPr>
          <p:spPr>
            <a:xfrm>
              <a:off x="4171550" y="3645283"/>
              <a:ext cx="2028900" cy="114900"/>
            </a:xfrm>
            <a:prstGeom prst="rect">
              <a:avLst/>
            </a:prstGeom>
            <a:solidFill>
              <a:srgbClr val="FCE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49" name="Google Shape;1349;p136"/>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350" name="Google Shape;1350;p136"/>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51" name="Google Shape;1351;p136"/>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52" name="Google Shape;1352;p136"/>
          <p:cNvSpPr/>
          <p:nvPr>
            <p:ph idx="2" type="pic"/>
          </p:nvPr>
        </p:nvSpPr>
        <p:spPr>
          <a:xfrm>
            <a:off x="1726125" y="783250"/>
            <a:ext cx="1492800" cy="3248700"/>
          </a:xfrm>
          <a:prstGeom prst="roundRect">
            <a:avLst>
              <a:gd fmla="val 11668" name="adj"/>
            </a:avLst>
          </a:prstGeom>
          <a:noFill/>
          <a:ln>
            <a:noFill/>
          </a:ln>
        </p:spPr>
      </p:sp>
      <p:sp>
        <p:nvSpPr>
          <p:cNvPr id="1353" name="Google Shape;1353;p136"/>
          <p:cNvSpPr/>
          <p:nvPr>
            <p:ph idx="3" type="pic"/>
          </p:nvPr>
        </p:nvSpPr>
        <p:spPr>
          <a:xfrm>
            <a:off x="3825025" y="777325"/>
            <a:ext cx="1492800" cy="3248700"/>
          </a:xfrm>
          <a:prstGeom prst="roundRect">
            <a:avLst>
              <a:gd fmla="val 11668" name="adj"/>
            </a:avLst>
          </a:prstGeom>
          <a:noFill/>
          <a:ln>
            <a:noFill/>
          </a:ln>
        </p:spPr>
      </p:sp>
      <p:sp>
        <p:nvSpPr>
          <p:cNvPr id="1354" name="Google Shape;1354;p136"/>
          <p:cNvSpPr/>
          <p:nvPr>
            <p:ph idx="4" type="pic"/>
          </p:nvPr>
        </p:nvSpPr>
        <p:spPr>
          <a:xfrm>
            <a:off x="5925125" y="783650"/>
            <a:ext cx="1492800" cy="3248700"/>
          </a:xfrm>
          <a:prstGeom prst="roundRect">
            <a:avLst>
              <a:gd fmla="val 11668" name="adj"/>
            </a:avLst>
          </a:prstGeom>
          <a:noFill/>
          <a:ln>
            <a:noFill/>
          </a:ln>
        </p:spPr>
      </p:sp>
      <p:sp>
        <p:nvSpPr>
          <p:cNvPr id="1355" name="Google Shape;1355;p136"/>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6" name="Google Shape;1356;p136"/>
          <p:cNvGrpSpPr/>
          <p:nvPr/>
        </p:nvGrpSpPr>
        <p:grpSpPr>
          <a:xfrm>
            <a:off x="8247715" y="4884429"/>
            <a:ext cx="648372" cy="183782"/>
            <a:chOff x="12596224" y="4969749"/>
            <a:chExt cx="2253641" cy="638797"/>
          </a:xfrm>
        </p:grpSpPr>
        <p:sp>
          <p:nvSpPr>
            <p:cNvPr id="1357" name="Google Shape;1357;p13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58" name="Google Shape;1358;p13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white 2">
  <p:cSld name="CUSTOM_1_1_1_1_1_1_2_2_8_1_1_1_2">
    <p:bg>
      <p:bgPr>
        <a:solidFill>
          <a:schemeClr val="lt1"/>
        </a:solidFill>
      </p:bgPr>
    </p:bg>
    <p:spTree>
      <p:nvGrpSpPr>
        <p:cNvPr id="1359" name="Shape 1359"/>
        <p:cNvGrpSpPr/>
        <p:nvPr/>
      </p:nvGrpSpPr>
      <p:grpSpPr>
        <a:xfrm>
          <a:off x="0" y="0"/>
          <a:ext cx="0" cy="0"/>
          <a:chOff x="0" y="0"/>
          <a:chExt cx="0" cy="0"/>
        </a:xfrm>
      </p:grpSpPr>
      <p:cxnSp>
        <p:nvCxnSpPr>
          <p:cNvPr id="1360" name="Google Shape;1360;p137"/>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361" name="Google Shape;1361;p137"/>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362" name="Google Shape;1362;p137"/>
          <p:cNvGrpSpPr/>
          <p:nvPr/>
        </p:nvGrpSpPr>
        <p:grpSpPr>
          <a:xfrm rot="10800000">
            <a:off x="-3157" y="3802957"/>
            <a:ext cx="9144049" cy="668199"/>
            <a:chOff x="4171550" y="3128675"/>
            <a:chExt cx="2028900" cy="631508"/>
          </a:xfrm>
        </p:grpSpPr>
        <p:sp>
          <p:nvSpPr>
            <p:cNvPr id="1363" name="Google Shape;1363;p137"/>
            <p:cNvSpPr/>
            <p:nvPr/>
          </p:nvSpPr>
          <p:spPr>
            <a:xfrm>
              <a:off x="4171550" y="3128675"/>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37"/>
            <p:cNvSpPr/>
            <p:nvPr/>
          </p:nvSpPr>
          <p:spPr>
            <a:xfrm>
              <a:off x="4171550" y="3300878"/>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37"/>
            <p:cNvSpPr/>
            <p:nvPr/>
          </p:nvSpPr>
          <p:spPr>
            <a:xfrm>
              <a:off x="4171550" y="3473081"/>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37"/>
            <p:cNvSpPr/>
            <p:nvPr/>
          </p:nvSpPr>
          <p:spPr>
            <a:xfrm>
              <a:off x="4171550" y="3645283"/>
              <a:ext cx="2028900" cy="11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67" name="Google Shape;1367;p137"/>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368" name="Google Shape;1368;p137"/>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69" name="Google Shape;1369;p137"/>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70" name="Google Shape;1370;p137"/>
          <p:cNvSpPr/>
          <p:nvPr>
            <p:ph idx="2" type="pic"/>
          </p:nvPr>
        </p:nvSpPr>
        <p:spPr>
          <a:xfrm>
            <a:off x="1726125" y="783250"/>
            <a:ext cx="1492800" cy="3248700"/>
          </a:xfrm>
          <a:prstGeom prst="roundRect">
            <a:avLst>
              <a:gd fmla="val 11668" name="adj"/>
            </a:avLst>
          </a:prstGeom>
          <a:noFill/>
          <a:ln>
            <a:noFill/>
          </a:ln>
        </p:spPr>
      </p:sp>
      <p:sp>
        <p:nvSpPr>
          <p:cNvPr id="1371" name="Google Shape;1371;p137"/>
          <p:cNvSpPr/>
          <p:nvPr>
            <p:ph idx="3" type="pic"/>
          </p:nvPr>
        </p:nvSpPr>
        <p:spPr>
          <a:xfrm>
            <a:off x="3825025" y="777325"/>
            <a:ext cx="1492800" cy="3248700"/>
          </a:xfrm>
          <a:prstGeom prst="roundRect">
            <a:avLst>
              <a:gd fmla="val 11668" name="adj"/>
            </a:avLst>
          </a:prstGeom>
          <a:noFill/>
          <a:ln>
            <a:noFill/>
          </a:ln>
        </p:spPr>
      </p:sp>
      <p:sp>
        <p:nvSpPr>
          <p:cNvPr id="1372" name="Google Shape;1372;p137"/>
          <p:cNvSpPr/>
          <p:nvPr>
            <p:ph idx="4" type="pic"/>
          </p:nvPr>
        </p:nvSpPr>
        <p:spPr>
          <a:xfrm>
            <a:off x="5925125" y="783650"/>
            <a:ext cx="1492800" cy="3248700"/>
          </a:xfrm>
          <a:prstGeom prst="roundRect">
            <a:avLst>
              <a:gd fmla="val 11668" name="adj"/>
            </a:avLst>
          </a:prstGeom>
          <a:noFill/>
          <a:ln>
            <a:noFill/>
          </a:ln>
        </p:spPr>
      </p:sp>
      <p:sp>
        <p:nvSpPr>
          <p:cNvPr id="1373" name="Google Shape;1373;p137"/>
          <p:cNvSpPr/>
          <p:nvPr/>
        </p:nvSpPr>
        <p:spPr>
          <a:xfrm>
            <a:off x="0" y="4808850"/>
            <a:ext cx="9144000" cy="334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4" name="Google Shape;1374;p137"/>
          <p:cNvGrpSpPr/>
          <p:nvPr/>
        </p:nvGrpSpPr>
        <p:grpSpPr>
          <a:xfrm>
            <a:off x="8247715" y="4884429"/>
            <a:ext cx="648372" cy="183782"/>
            <a:chOff x="12596224" y="4969749"/>
            <a:chExt cx="2253641" cy="638797"/>
          </a:xfrm>
        </p:grpSpPr>
        <p:sp>
          <p:nvSpPr>
            <p:cNvPr id="1375" name="Google Shape;1375;p13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76" name="Google Shape;1376;p13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ceholder three iPhone's - orange 2">
  <p:cSld name="CUSTOM_1_1_1_1_1_1_2_1_8_1_1_1_2">
    <p:bg>
      <p:bgPr>
        <a:solidFill>
          <a:srgbClr val="FF5C35"/>
        </a:solidFill>
      </p:bgPr>
    </p:bg>
    <p:spTree>
      <p:nvGrpSpPr>
        <p:cNvPr id="1377" name="Shape 1377"/>
        <p:cNvGrpSpPr/>
        <p:nvPr/>
      </p:nvGrpSpPr>
      <p:grpSpPr>
        <a:xfrm>
          <a:off x="0" y="0"/>
          <a:ext cx="0" cy="0"/>
          <a:chOff x="0" y="0"/>
          <a:chExt cx="0" cy="0"/>
        </a:xfrm>
      </p:grpSpPr>
      <p:cxnSp>
        <p:nvCxnSpPr>
          <p:cNvPr id="1378" name="Google Shape;1378;p138"/>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379" name="Google Shape;1379;p138"/>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380" name="Google Shape;1380;p138"/>
          <p:cNvGrpSpPr/>
          <p:nvPr/>
        </p:nvGrpSpPr>
        <p:grpSpPr>
          <a:xfrm rot="10800000">
            <a:off x="-3157" y="3802957"/>
            <a:ext cx="9144049" cy="668199"/>
            <a:chOff x="4171550" y="3128675"/>
            <a:chExt cx="2028900" cy="631508"/>
          </a:xfrm>
        </p:grpSpPr>
        <p:sp>
          <p:nvSpPr>
            <p:cNvPr id="1381" name="Google Shape;1381;p138"/>
            <p:cNvSpPr/>
            <p:nvPr/>
          </p:nvSpPr>
          <p:spPr>
            <a:xfrm>
              <a:off x="4171550" y="3128675"/>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38"/>
            <p:cNvSpPr/>
            <p:nvPr/>
          </p:nvSpPr>
          <p:spPr>
            <a:xfrm>
              <a:off x="4171550" y="3300878"/>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38"/>
            <p:cNvSpPr/>
            <p:nvPr/>
          </p:nvSpPr>
          <p:spPr>
            <a:xfrm>
              <a:off x="4171550" y="3473081"/>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38"/>
            <p:cNvSpPr/>
            <p:nvPr/>
          </p:nvSpPr>
          <p:spPr>
            <a:xfrm>
              <a:off x="4171550" y="3645283"/>
              <a:ext cx="2028900" cy="114900"/>
            </a:xfrm>
            <a:prstGeom prst="rect">
              <a:avLst/>
            </a:prstGeom>
            <a:solidFill>
              <a:srgbClr val="FF7A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85" name="Google Shape;1385;p138"/>
          <p:cNvPicPr preferRelativeResize="0"/>
          <p:nvPr/>
        </p:nvPicPr>
        <p:blipFill>
          <a:blip r:embed="rId2">
            <a:alphaModFix/>
          </a:blip>
          <a:stretch>
            <a:fillRect/>
          </a:stretch>
        </p:blipFill>
        <p:spPr>
          <a:xfrm>
            <a:off x="1630150" y="700288"/>
            <a:ext cx="1684357" cy="3415414"/>
          </a:xfrm>
          <a:prstGeom prst="rect">
            <a:avLst/>
          </a:prstGeom>
          <a:noFill/>
          <a:ln>
            <a:noFill/>
          </a:ln>
        </p:spPr>
      </p:pic>
      <p:pic>
        <p:nvPicPr>
          <p:cNvPr id="1386" name="Google Shape;1386;p138"/>
          <p:cNvPicPr preferRelativeResize="0"/>
          <p:nvPr/>
        </p:nvPicPr>
        <p:blipFill>
          <a:blip r:embed="rId2">
            <a:alphaModFix/>
          </a:blip>
          <a:stretch>
            <a:fillRect/>
          </a:stretch>
        </p:blipFill>
        <p:spPr>
          <a:xfrm>
            <a:off x="3729850" y="700288"/>
            <a:ext cx="1684357" cy="3415414"/>
          </a:xfrm>
          <a:prstGeom prst="rect">
            <a:avLst/>
          </a:prstGeom>
          <a:noFill/>
          <a:ln>
            <a:noFill/>
          </a:ln>
        </p:spPr>
      </p:pic>
      <p:pic>
        <p:nvPicPr>
          <p:cNvPr id="1387" name="Google Shape;1387;p138"/>
          <p:cNvPicPr preferRelativeResize="0"/>
          <p:nvPr/>
        </p:nvPicPr>
        <p:blipFill>
          <a:blip r:embed="rId2">
            <a:alphaModFix/>
          </a:blip>
          <a:stretch>
            <a:fillRect/>
          </a:stretch>
        </p:blipFill>
        <p:spPr>
          <a:xfrm>
            <a:off x="5828338" y="693963"/>
            <a:ext cx="1684357" cy="3415414"/>
          </a:xfrm>
          <a:prstGeom prst="rect">
            <a:avLst/>
          </a:prstGeom>
          <a:noFill/>
          <a:ln>
            <a:noFill/>
          </a:ln>
        </p:spPr>
      </p:pic>
      <p:sp>
        <p:nvSpPr>
          <p:cNvPr id="1388" name="Google Shape;1388;p138"/>
          <p:cNvSpPr/>
          <p:nvPr>
            <p:ph idx="2" type="pic"/>
          </p:nvPr>
        </p:nvSpPr>
        <p:spPr>
          <a:xfrm>
            <a:off x="1726125" y="783250"/>
            <a:ext cx="1492800" cy="3248700"/>
          </a:xfrm>
          <a:prstGeom prst="roundRect">
            <a:avLst>
              <a:gd fmla="val 11668" name="adj"/>
            </a:avLst>
          </a:prstGeom>
          <a:noFill/>
          <a:ln>
            <a:noFill/>
          </a:ln>
        </p:spPr>
      </p:sp>
      <p:sp>
        <p:nvSpPr>
          <p:cNvPr id="1389" name="Google Shape;1389;p138"/>
          <p:cNvSpPr/>
          <p:nvPr>
            <p:ph idx="3" type="pic"/>
          </p:nvPr>
        </p:nvSpPr>
        <p:spPr>
          <a:xfrm>
            <a:off x="3825025" y="777325"/>
            <a:ext cx="1492800" cy="3248700"/>
          </a:xfrm>
          <a:prstGeom prst="roundRect">
            <a:avLst>
              <a:gd fmla="val 11668" name="adj"/>
            </a:avLst>
          </a:prstGeom>
          <a:noFill/>
          <a:ln>
            <a:noFill/>
          </a:ln>
        </p:spPr>
      </p:sp>
      <p:sp>
        <p:nvSpPr>
          <p:cNvPr id="1390" name="Google Shape;1390;p138"/>
          <p:cNvSpPr/>
          <p:nvPr>
            <p:ph idx="4" type="pic"/>
          </p:nvPr>
        </p:nvSpPr>
        <p:spPr>
          <a:xfrm>
            <a:off x="5925125" y="783650"/>
            <a:ext cx="1492800" cy="3248700"/>
          </a:xfrm>
          <a:prstGeom prst="roundRect">
            <a:avLst>
              <a:gd fmla="val 11668" name="adj"/>
            </a:avLst>
          </a:prstGeom>
          <a:noFill/>
          <a:ln>
            <a:noFill/>
          </a:ln>
        </p:spPr>
      </p:sp>
      <p:sp>
        <p:nvSpPr>
          <p:cNvPr id="1391" name="Google Shape;1391;p138"/>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2" name="Google Shape;1392;p138"/>
          <p:cNvGrpSpPr/>
          <p:nvPr/>
        </p:nvGrpSpPr>
        <p:grpSpPr>
          <a:xfrm>
            <a:off x="8247715" y="4884429"/>
            <a:ext cx="648372" cy="183782"/>
            <a:chOff x="12596224" y="4969749"/>
            <a:chExt cx="2253641" cy="638797"/>
          </a:xfrm>
        </p:grpSpPr>
        <p:sp>
          <p:nvSpPr>
            <p:cNvPr id="1393" name="Google Shape;1393;p13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394" name="Google Shape;1394;p13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e &amp; Contrast">
  <p:cSld name="BLANK_1_2">
    <p:bg>
      <p:bgPr>
        <a:solidFill>
          <a:srgbClr val="FFFFFF"/>
        </a:solidFill>
      </p:bgPr>
    </p:bg>
    <p:spTree>
      <p:nvGrpSpPr>
        <p:cNvPr id="1395" name="Shape 1395"/>
        <p:cNvGrpSpPr/>
        <p:nvPr/>
      </p:nvGrpSpPr>
      <p:grpSpPr>
        <a:xfrm>
          <a:off x="0" y="0"/>
          <a:ext cx="0" cy="0"/>
          <a:chOff x="0" y="0"/>
          <a:chExt cx="0" cy="0"/>
        </a:xfrm>
      </p:grpSpPr>
      <p:sp>
        <p:nvSpPr>
          <p:cNvPr id="1396" name="Google Shape;1396;p139"/>
          <p:cNvSpPr/>
          <p:nvPr/>
        </p:nvSpPr>
        <p:spPr>
          <a:xfrm>
            <a:off x="-8400" y="1413"/>
            <a:ext cx="4580400" cy="5143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39"/>
          <p:cNvSpPr/>
          <p:nvPr/>
        </p:nvSpPr>
        <p:spPr>
          <a:xfrm>
            <a:off x="4572000" y="-1412"/>
            <a:ext cx="4580400" cy="5143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8" name="Google Shape;1398;p139"/>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399" name="Google Shape;1399;p13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400" name="Google Shape;1400;p139"/>
          <p:cNvSpPr/>
          <p:nvPr/>
        </p:nvSpPr>
        <p:spPr>
          <a:xfrm>
            <a:off x="0" y="4808850"/>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1" name="Google Shape;1401;p139"/>
          <p:cNvGrpSpPr/>
          <p:nvPr/>
        </p:nvGrpSpPr>
        <p:grpSpPr>
          <a:xfrm>
            <a:off x="8247715" y="4884429"/>
            <a:ext cx="648372" cy="183782"/>
            <a:chOff x="12596224" y="4969749"/>
            <a:chExt cx="2253641" cy="638797"/>
          </a:xfrm>
        </p:grpSpPr>
        <p:sp>
          <p:nvSpPr>
            <p:cNvPr id="1402" name="Google Shape;1402;p13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403" name="Google Shape;1403;p13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4" name="Shape 1404"/>
        <p:cNvGrpSpPr/>
        <p:nvPr/>
      </p:nvGrpSpPr>
      <p:grpSpPr>
        <a:xfrm>
          <a:off x="0" y="0"/>
          <a:ext cx="0" cy="0"/>
          <a:chOff x="0" y="0"/>
          <a:chExt cx="0" cy="0"/>
        </a:xfrm>
      </p:grpSpPr>
      <p:sp>
        <p:nvSpPr>
          <p:cNvPr id="1405" name="Google Shape;1405;p1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6" name="Google Shape;1406;p1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279400" lvl="5" marL="2743200" rtl="0">
              <a:spcBef>
                <a:spcPts val="1600"/>
              </a:spcBef>
              <a:spcAft>
                <a:spcPts val="0"/>
              </a:spcAft>
              <a:buSzPts val="800"/>
              <a:buChar char="■"/>
              <a:defRPr/>
            </a:lvl6pPr>
            <a:lvl7pPr indent="-279400" lvl="6" marL="3200400" rtl="0">
              <a:spcBef>
                <a:spcPts val="1600"/>
              </a:spcBef>
              <a:spcAft>
                <a:spcPts val="0"/>
              </a:spcAft>
              <a:buSzPts val="800"/>
              <a:buChar char="●"/>
              <a:defRPr/>
            </a:lvl7pPr>
            <a:lvl8pPr indent="-279400" lvl="7" marL="3657600" rtl="0">
              <a:spcBef>
                <a:spcPts val="1600"/>
              </a:spcBef>
              <a:spcAft>
                <a:spcPts val="0"/>
              </a:spcAft>
              <a:buSzPts val="800"/>
              <a:buChar char="○"/>
              <a:defRPr/>
            </a:lvl8pPr>
            <a:lvl9pPr indent="-279400" lvl="8" marL="4114800" rtl="0">
              <a:spcBef>
                <a:spcPts val="1600"/>
              </a:spcBef>
              <a:spcAft>
                <a:spcPts val="1600"/>
              </a:spcAft>
              <a:buSzPts val="800"/>
              <a:buChar char="■"/>
              <a:defRPr/>
            </a:lvl9pPr>
          </a:lstStyle>
          <a:p/>
        </p:txBody>
      </p:sp>
      <p:sp>
        <p:nvSpPr>
          <p:cNvPr id="1407" name="Google Shape;1407;p1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Hubspot CRM Platform Pro&amp;Below: Title with side bar 1">
  <p:cSld name="CUSTOM_12">
    <p:spTree>
      <p:nvGrpSpPr>
        <p:cNvPr id="1408" name="Shape 1408"/>
        <p:cNvGrpSpPr/>
        <p:nvPr/>
      </p:nvGrpSpPr>
      <p:grpSpPr>
        <a:xfrm>
          <a:off x="0" y="0"/>
          <a:ext cx="0" cy="0"/>
          <a:chOff x="0" y="0"/>
          <a:chExt cx="0" cy="0"/>
        </a:xfrm>
      </p:grpSpPr>
      <p:sp>
        <p:nvSpPr>
          <p:cNvPr id="1409" name="Google Shape;1409;p141"/>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atin typeface="Lexend Deca Light"/>
                <a:ea typeface="Lexend Deca Light"/>
                <a:cs typeface="Lexend Deca Light"/>
                <a:sym typeface="Lexend Deca Light"/>
              </a:defRPr>
            </a:lvl2pPr>
            <a:lvl3pPr lvl="2" rtl="0">
              <a:spcBef>
                <a:spcPts val="0"/>
              </a:spcBef>
              <a:spcAft>
                <a:spcPts val="0"/>
              </a:spcAft>
              <a:buSzPts val="2800"/>
              <a:buNone/>
              <a:defRPr>
                <a:latin typeface="Lexend Deca Light"/>
                <a:ea typeface="Lexend Deca Light"/>
                <a:cs typeface="Lexend Deca Light"/>
                <a:sym typeface="Lexend Deca Light"/>
              </a:defRPr>
            </a:lvl3pPr>
            <a:lvl4pPr lvl="3" rtl="0">
              <a:spcBef>
                <a:spcPts val="0"/>
              </a:spcBef>
              <a:spcAft>
                <a:spcPts val="0"/>
              </a:spcAft>
              <a:buSzPts val="2800"/>
              <a:buNone/>
              <a:defRPr>
                <a:latin typeface="Lexend Deca Light"/>
                <a:ea typeface="Lexend Deca Light"/>
                <a:cs typeface="Lexend Deca Light"/>
                <a:sym typeface="Lexend Deca Light"/>
              </a:defRPr>
            </a:lvl4pPr>
            <a:lvl5pPr lvl="4" rtl="0">
              <a:spcBef>
                <a:spcPts val="0"/>
              </a:spcBef>
              <a:spcAft>
                <a:spcPts val="0"/>
              </a:spcAft>
              <a:buSzPts val="2800"/>
              <a:buNone/>
              <a:defRPr>
                <a:latin typeface="Lexend Deca Light"/>
                <a:ea typeface="Lexend Deca Light"/>
                <a:cs typeface="Lexend Deca Light"/>
                <a:sym typeface="Lexend Deca Light"/>
              </a:defRPr>
            </a:lvl5pPr>
            <a:lvl6pPr lvl="5" rtl="0">
              <a:spcBef>
                <a:spcPts val="0"/>
              </a:spcBef>
              <a:spcAft>
                <a:spcPts val="0"/>
              </a:spcAft>
              <a:buSzPts val="2800"/>
              <a:buNone/>
              <a:defRPr>
                <a:latin typeface="Lexend Deca Light"/>
                <a:ea typeface="Lexend Deca Light"/>
                <a:cs typeface="Lexend Deca Light"/>
                <a:sym typeface="Lexend Deca Light"/>
              </a:defRPr>
            </a:lvl6pPr>
            <a:lvl7pPr lvl="6" rtl="0">
              <a:spcBef>
                <a:spcPts val="0"/>
              </a:spcBef>
              <a:spcAft>
                <a:spcPts val="0"/>
              </a:spcAft>
              <a:buSzPts val="2800"/>
              <a:buNone/>
              <a:defRPr>
                <a:latin typeface="Lexend Deca Light"/>
                <a:ea typeface="Lexend Deca Light"/>
                <a:cs typeface="Lexend Deca Light"/>
                <a:sym typeface="Lexend Deca Light"/>
              </a:defRPr>
            </a:lvl7pPr>
            <a:lvl8pPr lvl="7" rtl="0">
              <a:spcBef>
                <a:spcPts val="0"/>
              </a:spcBef>
              <a:spcAft>
                <a:spcPts val="0"/>
              </a:spcAft>
              <a:buSzPts val="2800"/>
              <a:buNone/>
              <a:defRPr>
                <a:latin typeface="Lexend Deca Light"/>
                <a:ea typeface="Lexend Deca Light"/>
                <a:cs typeface="Lexend Deca Light"/>
                <a:sym typeface="Lexend Deca Light"/>
              </a:defRPr>
            </a:lvl8pPr>
            <a:lvl9pPr lvl="8" rtl="0">
              <a:spcBef>
                <a:spcPts val="0"/>
              </a:spcBef>
              <a:spcAft>
                <a:spcPts val="0"/>
              </a:spcAft>
              <a:buSzPts val="2800"/>
              <a:buNone/>
              <a:defRPr>
                <a:latin typeface="Lexend Deca Light"/>
                <a:ea typeface="Lexend Deca Light"/>
                <a:cs typeface="Lexend Deca Light"/>
                <a:sym typeface="Lexend Deca Light"/>
              </a:defRPr>
            </a:lvl9pPr>
          </a:lstStyle>
          <a:p/>
        </p:txBody>
      </p:sp>
      <p:sp>
        <p:nvSpPr>
          <p:cNvPr id="1410" name="Google Shape;1410;p141"/>
          <p:cNvSpPr/>
          <p:nvPr/>
        </p:nvSpPr>
        <p:spPr>
          <a:xfrm>
            <a:off x="6373238" y="0"/>
            <a:ext cx="2770774" cy="5143500"/>
          </a:xfrm>
          <a:custGeom>
            <a:rect b="b" l="l" r="r" t="t"/>
            <a:pathLst>
              <a:path extrusionOk="0" h="6858000" w="3694366">
                <a:moveTo>
                  <a:pt x="0" y="0"/>
                </a:moveTo>
                <a:lnTo>
                  <a:pt x="3694366" y="0"/>
                </a:lnTo>
                <a:lnTo>
                  <a:pt x="3694366" y="6858000"/>
                </a:lnTo>
                <a:lnTo>
                  <a:pt x="0" y="6858000"/>
                </a:lnTo>
                <a:close/>
              </a:path>
            </a:pathLst>
          </a:custGeom>
          <a:solidFill>
            <a:srgbClr val="FEF4EA"/>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11" name="Google Shape;1411;p141"/>
          <p:cNvSpPr/>
          <p:nvPr/>
        </p:nvSpPr>
        <p:spPr>
          <a:xfrm>
            <a:off x="6385477" y="0"/>
            <a:ext cx="2756106" cy="1378029"/>
          </a:xfrm>
          <a:custGeom>
            <a:rect b="b" l="l" r="r" t="t"/>
            <a:pathLst>
              <a:path extrusionOk="0" h="1837372" w="3674808">
                <a:moveTo>
                  <a:pt x="3673470" y="0"/>
                </a:moveTo>
                <a:cubicBezTo>
                  <a:pt x="3673470" y="1014794"/>
                  <a:pt x="2850827" y="1837373"/>
                  <a:pt x="1836098" y="1837373"/>
                </a:cubicBezTo>
                <a:cubicBezTo>
                  <a:pt x="821367" y="1837373"/>
                  <a:pt x="-1338" y="1014794"/>
                  <a:pt x="-1338" y="0"/>
                </a:cubicBez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12" name="Google Shape;1412;p141"/>
          <p:cNvSpPr/>
          <p:nvPr/>
        </p:nvSpPr>
        <p:spPr>
          <a:xfrm rot="-5400000">
            <a:off x="6376687" y="1377362"/>
            <a:ext cx="2773680" cy="2773679"/>
          </a:xfrm>
          <a:custGeom>
            <a:rect b="b" l="l" r="r" t="t"/>
            <a:pathLst>
              <a:path extrusionOk="0" h="3698239" w="3698240">
                <a:moveTo>
                  <a:pt x="1847783" y="0"/>
                </a:moveTo>
                <a:lnTo>
                  <a:pt x="1847783" y="0"/>
                </a:lnTo>
                <a:cubicBezTo>
                  <a:pt x="2869053" y="0"/>
                  <a:pt x="3696903" y="827881"/>
                  <a:pt x="3696903" y="1849120"/>
                </a:cubicBezTo>
                <a:lnTo>
                  <a:pt x="3696903" y="3698240"/>
                </a:lnTo>
                <a:lnTo>
                  <a:pt x="3696903" y="3698240"/>
                </a:lnTo>
                <a:lnTo>
                  <a:pt x="-1338" y="3698240"/>
                </a:lnTo>
                <a:lnTo>
                  <a:pt x="-1338" y="3698240"/>
                </a:lnTo>
                <a:lnTo>
                  <a:pt x="-1338" y="1849120"/>
                </a:lnTo>
                <a:cubicBezTo>
                  <a:pt x="-1338" y="827881"/>
                  <a:pt x="826512" y="0"/>
                  <a:pt x="1847783" y="0"/>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nvGrpSpPr>
          <p:cNvPr id="1413" name="Google Shape;1413;p141"/>
          <p:cNvGrpSpPr/>
          <p:nvPr/>
        </p:nvGrpSpPr>
        <p:grpSpPr>
          <a:xfrm>
            <a:off x="8241699" y="4882560"/>
            <a:ext cx="659838" cy="187436"/>
            <a:chOff x="501655" y="1715854"/>
            <a:chExt cx="1664577" cy="472845"/>
          </a:xfrm>
        </p:grpSpPr>
        <p:sp>
          <p:nvSpPr>
            <p:cNvPr id="1414" name="Google Shape;1414;p141"/>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dk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15" name="Google Shape;1415;p141"/>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Hubspot CRM Platform Enterprise: Divider 3">
  <p:cSld name="CUSTOM_12_1">
    <p:bg>
      <p:bgPr>
        <a:solidFill>
          <a:schemeClr val="dk1"/>
        </a:solidFill>
      </p:bgPr>
    </p:bg>
    <p:spTree>
      <p:nvGrpSpPr>
        <p:cNvPr id="1416" name="Shape 1416"/>
        <p:cNvGrpSpPr/>
        <p:nvPr/>
      </p:nvGrpSpPr>
      <p:grpSpPr>
        <a:xfrm>
          <a:off x="0" y="0"/>
          <a:ext cx="0" cy="0"/>
          <a:chOff x="0" y="0"/>
          <a:chExt cx="0" cy="0"/>
        </a:xfrm>
      </p:grpSpPr>
      <p:sp>
        <p:nvSpPr>
          <p:cNvPr id="1417" name="Google Shape;1417;p142"/>
          <p:cNvSpPr/>
          <p:nvPr/>
        </p:nvSpPr>
        <p:spPr>
          <a:xfrm>
            <a:off x="0" y="4763"/>
            <a:ext cx="4886801" cy="5135546"/>
          </a:xfrm>
          <a:custGeom>
            <a:rect b="b" l="l" r="r" t="t"/>
            <a:pathLst>
              <a:path extrusionOk="0" h="6847395" w="6515734">
                <a:moveTo>
                  <a:pt x="3257868" y="0"/>
                </a:moveTo>
                <a:lnTo>
                  <a:pt x="3257868" y="0"/>
                </a:lnTo>
                <a:cubicBezTo>
                  <a:pt x="5057140" y="0"/>
                  <a:pt x="6515735" y="1458595"/>
                  <a:pt x="6515735" y="3257868"/>
                </a:cubicBezTo>
                <a:lnTo>
                  <a:pt x="6515735" y="6847395"/>
                </a:lnTo>
                <a:lnTo>
                  <a:pt x="0" y="6847395"/>
                </a:lnTo>
                <a:lnTo>
                  <a:pt x="0" y="3257868"/>
                </a:lnTo>
                <a:cubicBezTo>
                  <a:pt x="0" y="1458595"/>
                  <a:pt x="1458595" y="0"/>
                  <a:pt x="3257868" y="0"/>
                </a:cubicBezTo>
                <a:close/>
              </a:path>
            </a:pathLst>
          </a:custGeom>
          <a:solidFill>
            <a:schemeClr val="dk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18" name="Google Shape;1418;p142"/>
          <p:cNvSpPr/>
          <p:nvPr/>
        </p:nvSpPr>
        <p:spPr>
          <a:xfrm rot="10800000">
            <a:off x="1" y="1219200"/>
            <a:ext cx="7403782" cy="2705100"/>
          </a:xfrm>
          <a:custGeom>
            <a:rect b="b" l="l" r="r" t="t"/>
            <a:pathLst>
              <a:path extrusionOk="0" h="3606800" w="9871709">
                <a:moveTo>
                  <a:pt x="1803400" y="0"/>
                </a:moveTo>
                <a:lnTo>
                  <a:pt x="9871710" y="0"/>
                </a:lnTo>
                <a:lnTo>
                  <a:pt x="9871710" y="0"/>
                </a:lnTo>
                <a:lnTo>
                  <a:pt x="9871710" y="3606800"/>
                </a:lnTo>
                <a:lnTo>
                  <a:pt x="9871710" y="3606800"/>
                </a:lnTo>
                <a:lnTo>
                  <a:pt x="1803400" y="3606800"/>
                </a:lnTo>
                <a:cubicBezTo>
                  <a:pt x="807409" y="3606800"/>
                  <a:pt x="0" y="2799391"/>
                  <a:pt x="0" y="1803400"/>
                </a:cubicBezTo>
                <a:lnTo>
                  <a:pt x="0" y="1803400"/>
                </a:lnTo>
                <a:cubicBezTo>
                  <a:pt x="0" y="807409"/>
                  <a:pt x="807409" y="0"/>
                  <a:pt x="1803400"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9" name="Google Shape;1419;p142"/>
          <p:cNvSpPr/>
          <p:nvPr/>
        </p:nvSpPr>
        <p:spPr>
          <a:xfrm>
            <a:off x="7403593" y="1219200"/>
            <a:ext cx="1740407" cy="2705100"/>
          </a:xfrm>
          <a:custGeom>
            <a:rect b="b" l="l" r="r" t="t"/>
            <a:pathLst>
              <a:path extrusionOk="0" h="3606800" w="2320543">
                <a:moveTo>
                  <a:pt x="1803400" y="0"/>
                </a:moveTo>
                <a:lnTo>
                  <a:pt x="2320544" y="0"/>
                </a:lnTo>
                <a:lnTo>
                  <a:pt x="2320544" y="0"/>
                </a:lnTo>
                <a:lnTo>
                  <a:pt x="2320544" y="3606800"/>
                </a:lnTo>
                <a:lnTo>
                  <a:pt x="2320544" y="3606800"/>
                </a:lnTo>
                <a:lnTo>
                  <a:pt x="1803400" y="3606800"/>
                </a:lnTo>
                <a:cubicBezTo>
                  <a:pt x="807402" y="3606800"/>
                  <a:pt x="0" y="2799391"/>
                  <a:pt x="0" y="1803400"/>
                </a:cubicBezTo>
                <a:lnTo>
                  <a:pt x="0" y="1803400"/>
                </a:lnTo>
                <a:cubicBezTo>
                  <a:pt x="0" y="807409"/>
                  <a:pt x="807402" y="0"/>
                  <a:pt x="1803400" y="0"/>
                </a:cubicBezTo>
                <a:close/>
              </a:path>
            </a:pathLst>
          </a:custGeom>
          <a:gradFill>
            <a:gsLst>
              <a:gs pos="0">
                <a:schemeClr val="accent1"/>
              </a:gs>
              <a:gs pos="64000">
                <a:srgbClr val="FFA766"/>
              </a:gs>
              <a:gs pos="100000">
                <a:srgbClr val="FCEAD7"/>
              </a:gs>
            </a:gsLst>
            <a:lin ang="8100019"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0" name="Google Shape;1420;p142"/>
          <p:cNvSpPr txBox="1"/>
          <p:nvPr>
            <p:ph type="title"/>
          </p:nvPr>
        </p:nvSpPr>
        <p:spPr>
          <a:xfrm>
            <a:off x="668225" y="1459950"/>
            <a:ext cx="54117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a:solidFill>
                  <a:schemeClr val="dk1"/>
                </a:solidFill>
              </a:defRPr>
            </a:lvl1pPr>
            <a:lvl2pPr lvl="1" rtl="0">
              <a:spcBef>
                <a:spcPts val="0"/>
              </a:spcBef>
              <a:spcAft>
                <a:spcPts val="0"/>
              </a:spcAft>
              <a:buClr>
                <a:schemeClr val="dk1"/>
              </a:buClr>
              <a:buSzPts val="2300"/>
              <a:buNone/>
              <a:defRPr sz="2300">
                <a:solidFill>
                  <a:schemeClr val="dk1"/>
                </a:solidFill>
              </a:defRPr>
            </a:lvl2pPr>
            <a:lvl3pPr lvl="2" rtl="0">
              <a:spcBef>
                <a:spcPts val="0"/>
              </a:spcBef>
              <a:spcAft>
                <a:spcPts val="0"/>
              </a:spcAft>
              <a:buClr>
                <a:schemeClr val="dk1"/>
              </a:buClr>
              <a:buSzPts val="2300"/>
              <a:buNone/>
              <a:defRPr sz="2300">
                <a:solidFill>
                  <a:schemeClr val="dk1"/>
                </a:solidFill>
              </a:defRPr>
            </a:lvl3pPr>
            <a:lvl4pPr lvl="3" rtl="0">
              <a:spcBef>
                <a:spcPts val="0"/>
              </a:spcBef>
              <a:spcAft>
                <a:spcPts val="0"/>
              </a:spcAft>
              <a:buClr>
                <a:schemeClr val="dk1"/>
              </a:buClr>
              <a:buSzPts val="2300"/>
              <a:buNone/>
              <a:defRPr sz="2300">
                <a:solidFill>
                  <a:schemeClr val="dk1"/>
                </a:solidFill>
              </a:defRPr>
            </a:lvl4pPr>
            <a:lvl5pPr lvl="4" rtl="0">
              <a:spcBef>
                <a:spcPts val="0"/>
              </a:spcBef>
              <a:spcAft>
                <a:spcPts val="0"/>
              </a:spcAft>
              <a:buClr>
                <a:schemeClr val="dk1"/>
              </a:buClr>
              <a:buSzPts val="2300"/>
              <a:buNone/>
              <a:defRPr sz="2300">
                <a:solidFill>
                  <a:schemeClr val="dk1"/>
                </a:solidFill>
              </a:defRPr>
            </a:lvl5pPr>
            <a:lvl6pPr lvl="5" rtl="0">
              <a:spcBef>
                <a:spcPts val="0"/>
              </a:spcBef>
              <a:spcAft>
                <a:spcPts val="0"/>
              </a:spcAft>
              <a:buClr>
                <a:schemeClr val="dk1"/>
              </a:buClr>
              <a:buSzPts val="2300"/>
              <a:buNone/>
              <a:defRPr sz="2300">
                <a:solidFill>
                  <a:schemeClr val="dk1"/>
                </a:solidFill>
              </a:defRPr>
            </a:lvl6pPr>
            <a:lvl7pPr lvl="6" rtl="0">
              <a:spcBef>
                <a:spcPts val="0"/>
              </a:spcBef>
              <a:spcAft>
                <a:spcPts val="0"/>
              </a:spcAft>
              <a:buClr>
                <a:schemeClr val="dk1"/>
              </a:buClr>
              <a:buSzPts val="2300"/>
              <a:buNone/>
              <a:defRPr sz="2300">
                <a:solidFill>
                  <a:schemeClr val="dk1"/>
                </a:solidFill>
              </a:defRPr>
            </a:lvl7pPr>
            <a:lvl8pPr lvl="7" rtl="0">
              <a:spcBef>
                <a:spcPts val="0"/>
              </a:spcBef>
              <a:spcAft>
                <a:spcPts val="0"/>
              </a:spcAft>
              <a:buClr>
                <a:schemeClr val="dk1"/>
              </a:buClr>
              <a:buSzPts val="2300"/>
              <a:buNone/>
              <a:defRPr sz="2300">
                <a:solidFill>
                  <a:schemeClr val="dk1"/>
                </a:solidFill>
              </a:defRPr>
            </a:lvl8pPr>
            <a:lvl9pPr lvl="8" rtl="0">
              <a:spcBef>
                <a:spcPts val="0"/>
              </a:spcBef>
              <a:spcAft>
                <a:spcPts val="0"/>
              </a:spcAft>
              <a:buClr>
                <a:schemeClr val="dk1"/>
              </a:buClr>
              <a:buSzPts val="2300"/>
              <a:buNone/>
              <a:defRPr sz="2300">
                <a:solidFill>
                  <a:schemeClr val="dk1"/>
                </a:solidFill>
              </a:defRPr>
            </a:lvl9pPr>
          </a:lstStyle>
          <a:p/>
        </p:txBody>
      </p:sp>
      <p:grpSp>
        <p:nvGrpSpPr>
          <p:cNvPr id="1421" name="Google Shape;1421;p142"/>
          <p:cNvGrpSpPr/>
          <p:nvPr/>
        </p:nvGrpSpPr>
        <p:grpSpPr>
          <a:xfrm>
            <a:off x="8241699" y="4882560"/>
            <a:ext cx="659838" cy="187436"/>
            <a:chOff x="501655" y="1715854"/>
            <a:chExt cx="1664577" cy="472845"/>
          </a:xfrm>
        </p:grpSpPr>
        <p:sp>
          <p:nvSpPr>
            <p:cNvPr id="1422" name="Google Shape;1422;p142"/>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23" name="Google Shape;1423;p142"/>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 Logo">
  <p:cSld name="BLANK_1_2_1">
    <p:bg>
      <p:bgPr>
        <a:solidFill>
          <a:srgbClr val="FFFFFF"/>
        </a:solidFill>
      </p:bgPr>
    </p:bg>
    <p:spTree>
      <p:nvGrpSpPr>
        <p:cNvPr id="1424" name="Shape 1424"/>
        <p:cNvGrpSpPr/>
        <p:nvPr/>
      </p:nvGrpSpPr>
      <p:grpSpPr>
        <a:xfrm>
          <a:off x="0" y="0"/>
          <a:ext cx="0" cy="0"/>
          <a:chOff x="0" y="0"/>
          <a:chExt cx="0" cy="0"/>
        </a:xfrm>
      </p:grpSpPr>
      <p:pic>
        <p:nvPicPr>
          <p:cNvPr id="1425" name="Google Shape;1425;p143"/>
          <p:cNvPicPr preferRelativeResize="0"/>
          <p:nvPr/>
        </p:nvPicPr>
        <p:blipFill>
          <a:blip r:embed="rId2">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Hubspot CRM Platform Enterprise: Title with background 4">
  <p:cSld name="CUSTOM_5_1_1">
    <p:spTree>
      <p:nvGrpSpPr>
        <p:cNvPr id="1426" name="Shape 1426"/>
        <p:cNvGrpSpPr/>
        <p:nvPr/>
      </p:nvGrpSpPr>
      <p:grpSpPr>
        <a:xfrm>
          <a:off x="0" y="0"/>
          <a:ext cx="0" cy="0"/>
          <a:chOff x="0" y="0"/>
          <a:chExt cx="0" cy="0"/>
        </a:xfrm>
      </p:grpSpPr>
      <p:sp>
        <p:nvSpPr>
          <p:cNvPr id="1427" name="Google Shape;1427;p144"/>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sz="2300"/>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1428" name="Google Shape;1428;p144"/>
          <p:cNvSpPr/>
          <p:nvPr/>
        </p:nvSpPr>
        <p:spPr>
          <a:xfrm>
            <a:off x="6875183" y="1339"/>
            <a:ext cx="2264057" cy="1415725"/>
          </a:xfrm>
          <a:custGeom>
            <a:rect b="b" l="l" r="r" t="t"/>
            <a:pathLst>
              <a:path extrusionOk="0" h="1887633" w="3018742">
                <a:moveTo>
                  <a:pt x="3018742" y="0"/>
                </a:moveTo>
                <a:lnTo>
                  <a:pt x="3018742" y="948958"/>
                </a:lnTo>
                <a:cubicBezTo>
                  <a:pt x="2773824" y="1501882"/>
                  <a:pt x="2220264" y="1887634"/>
                  <a:pt x="1576583" y="1887634"/>
                </a:cubicBezTo>
                <a:cubicBezTo>
                  <a:pt x="705879" y="1887634"/>
                  <a:pt x="0" y="1181818"/>
                  <a:pt x="0" y="311115"/>
                </a:cubicBezTo>
                <a:cubicBezTo>
                  <a:pt x="-63" y="206692"/>
                  <a:pt x="10218" y="102519"/>
                  <a:pt x="30718" y="127"/>
                </a:cubicBezTo>
                <a:close/>
              </a:path>
            </a:pathLst>
          </a:custGeom>
          <a:gradFill>
            <a:gsLst>
              <a:gs pos="0">
                <a:schemeClr val="accent1"/>
              </a:gs>
              <a:gs pos="64000">
                <a:srgbClr val="FFA766"/>
              </a:gs>
              <a:gs pos="100000">
                <a:srgbClr val="FCEAD7"/>
              </a:gs>
            </a:gsLst>
            <a:lin ang="8100019"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pic>
        <p:nvPicPr>
          <p:cNvPr id="1429" name="Google Shape;1429;p144"/>
          <p:cNvPicPr preferRelativeResize="0"/>
          <p:nvPr/>
        </p:nvPicPr>
        <p:blipFill rotWithShape="1">
          <a:blip r:embed="rId2">
            <a:alphaModFix amt="30000"/>
          </a:blip>
          <a:srcRect b="0" l="0" r="0" t="49003"/>
          <a:stretch/>
        </p:blipFill>
        <p:spPr>
          <a:xfrm>
            <a:off x="6875175" y="0"/>
            <a:ext cx="2148250" cy="1095526"/>
          </a:xfrm>
          <a:prstGeom prst="rect">
            <a:avLst/>
          </a:prstGeom>
          <a:noFill/>
          <a:ln>
            <a:noFill/>
          </a:ln>
        </p:spPr>
      </p:pic>
      <p:grpSp>
        <p:nvGrpSpPr>
          <p:cNvPr id="1430" name="Google Shape;1430;p144"/>
          <p:cNvGrpSpPr/>
          <p:nvPr/>
        </p:nvGrpSpPr>
        <p:grpSpPr>
          <a:xfrm>
            <a:off x="8241699" y="4882560"/>
            <a:ext cx="659838" cy="187436"/>
            <a:chOff x="501655" y="1715854"/>
            <a:chExt cx="1664577" cy="472845"/>
          </a:xfrm>
        </p:grpSpPr>
        <p:sp>
          <p:nvSpPr>
            <p:cNvPr id="1431" name="Google Shape;1431;p144"/>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32" name="Google Shape;1432;p144"/>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logo">
  <p:cSld name="BLANK_1_3">
    <p:spTree>
      <p:nvGrpSpPr>
        <p:cNvPr id="1433" name="Shape 1433"/>
        <p:cNvGrpSpPr/>
        <p:nvPr/>
      </p:nvGrpSpPr>
      <p:grpSpPr>
        <a:xfrm>
          <a:off x="0" y="0"/>
          <a:ext cx="0" cy="0"/>
          <a:chOff x="0" y="0"/>
          <a:chExt cx="0" cy="0"/>
        </a:xfrm>
      </p:grpSpPr>
      <p:sp>
        <p:nvSpPr>
          <p:cNvPr id="1434" name="Google Shape;1434;p1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bg>
      <p:bgPr>
        <a:solidFill>
          <a:schemeClr val="dk1"/>
        </a:solidFill>
      </p:bgPr>
    </p:bg>
    <p:spTree>
      <p:nvGrpSpPr>
        <p:cNvPr id="1435" name="Shape 1435"/>
        <p:cNvGrpSpPr/>
        <p:nvPr/>
      </p:nvGrpSpPr>
      <p:grpSpPr>
        <a:xfrm>
          <a:off x="0" y="0"/>
          <a:ext cx="0" cy="0"/>
          <a:chOff x="0" y="0"/>
          <a:chExt cx="0" cy="0"/>
        </a:xfrm>
      </p:grpSpPr>
      <p:sp>
        <p:nvSpPr>
          <p:cNvPr id="1436" name="Google Shape;1436;p1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37" name="Google Shape;1437;p146"/>
          <p:cNvSpPr/>
          <p:nvPr/>
        </p:nvSpPr>
        <p:spPr>
          <a:xfrm>
            <a:off x="8507646" y="4552962"/>
            <a:ext cx="324634" cy="340076"/>
          </a:xfrm>
          <a:custGeom>
            <a:rect b="b" l="l" r="r" t="t"/>
            <a:pathLst>
              <a:path extrusionOk="0" h="1545801" w="1475608">
                <a:moveTo>
                  <a:pt x="1134871" y="510575"/>
                </a:moveTo>
                <a:lnTo>
                  <a:pt x="1134871" y="327218"/>
                </a:lnTo>
                <a:cubicBezTo>
                  <a:pt x="1184391" y="304063"/>
                  <a:pt x="1216138" y="254443"/>
                  <a:pt x="1216405" y="199774"/>
                </a:cubicBezTo>
                <a:lnTo>
                  <a:pt x="1216405" y="195488"/>
                </a:lnTo>
                <a:cubicBezTo>
                  <a:pt x="1216196" y="117561"/>
                  <a:pt x="1153073" y="54441"/>
                  <a:pt x="1075149" y="54232"/>
                </a:cubicBezTo>
                <a:lnTo>
                  <a:pt x="1070863" y="54232"/>
                </a:lnTo>
                <a:cubicBezTo>
                  <a:pt x="992939" y="54441"/>
                  <a:pt x="929817" y="117561"/>
                  <a:pt x="929607" y="195488"/>
                </a:cubicBezTo>
                <a:lnTo>
                  <a:pt x="929607" y="199774"/>
                </a:lnTo>
                <a:cubicBezTo>
                  <a:pt x="929874" y="254443"/>
                  <a:pt x="961621" y="304063"/>
                  <a:pt x="1011141" y="327218"/>
                </a:cubicBezTo>
                <a:lnTo>
                  <a:pt x="1011141" y="510956"/>
                </a:lnTo>
                <a:cubicBezTo>
                  <a:pt x="941371" y="521643"/>
                  <a:pt x="875658" y="550561"/>
                  <a:pt x="820641" y="594776"/>
                </a:cubicBezTo>
                <a:lnTo>
                  <a:pt x="316388" y="202060"/>
                </a:lnTo>
                <a:cubicBezTo>
                  <a:pt x="339136" y="116171"/>
                  <a:pt x="287952" y="28104"/>
                  <a:pt x="202063" y="5354"/>
                </a:cubicBezTo>
                <a:cubicBezTo>
                  <a:pt x="116175" y="-17394"/>
                  <a:pt x="28107" y="33791"/>
                  <a:pt x="5358" y="119679"/>
                </a:cubicBezTo>
                <a:cubicBezTo>
                  <a:pt x="-17390" y="205568"/>
                  <a:pt x="33794" y="293636"/>
                  <a:pt x="119683" y="316385"/>
                </a:cubicBezTo>
                <a:cubicBezTo>
                  <a:pt x="160854" y="327289"/>
                  <a:pt x="204669" y="321423"/>
                  <a:pt x="241521" y="300072"/>
                </a:cubicBezTo>
                <a:lnTo>
                  <a:pt x="736821" y="686025"/>
                </a:lnTo>
                <a:cubicBezTo>
                  <a:pt x="645429" y="823900"/>
                  <a:pt x="647886" y="1003703"/>
                  <a:pt x="743013" y="1139034"/>
                </a:cubicBezTo>
                <a:lnTo>
                  <a:pt x="592136" y="1289910"/>
                </a:lnTo>
                <a:cubicBezTo>
                  <a:pt x="522978" y="1269450"/>
                  <a:pt x="450326" y="1308922"/>
                  <a:pt x="429864" y="1378083"/>
                </a:cubicBezTo>
                <a:cubicBezTo>
                  <a:pt x="409400" y="1447235"/>
                  <a:pt x="448875" y="1519891"/>
                  <a:pt x="518033" y="1540351"/>
                </a:cubicBezTo>
                <a:cubicBezTo>
                  <a:pt x="587193" y="1560820"/>
                  <a:pt x="659840" y="1521339"/>
                  <a:pt x="680309" y="1452188"/>
                </a:cubicBezTo>
                <a:cubicBezTo>
                  <a:pt x="683900" y="1440043"/>
                  <a:pt x="685710" y="1427442"/>
                  <a:pt x="685672" y="1414783"/>
                </a:cubicBezTo>
                <a:lnTo>
                  <a:pt x="685672" y="1414783"/>
                </a:lnTo>
                <a:cubicBezTo>
                  <a:pt x="685510" y="1402077"/>
                  <a:pt x="683453" y="1389456"/>
                  <a:pt x="679576" y="1377350"/>
                </a:cubicBezTo>
                <a:lnTo>
                  <a:pt x="828833" y="1228093"/>
                </a:lnTo>
                <a:cubicBezTo>
                  <a:pt x="1005455" y="1363005"/>
                  <a:pt x="1258010" y="1329191"/>
                  <a:pt x="1392922" y="1152560"/>
                </a:cubicBezTo>
                <a:cubicBezTo>
                  <a:pt x="1527834" y="975938"/>
                  <a:pt x="1494021" y="723382"/>
                  <a:pt x="1317389" y="588470"/>
                </a:cubicBezTo>
                <a:cubicBezTo>
                  <a:pt x="1263925" y="547636"/>
                  <a:pt x="1201079" y="520852"/>
                  <a:pt x="1134585" y="510575"/>
                </a:cubicBezTo>
                <a:moveTo>
                  <a:pt x="1072768" y="1114650"/>
                </a:moveTo>
                <a:cubicBezTo>
                  <a:pt x="958725" y="1114383"/>
                  <a:pt x="866476" y="1021724"/>
                  <a:pt x="866742" y="907672"/>
                </a:cubicBezTo>
                <a:cubicBezTo>
                  <a:pt x="867009" y="793629"/>
                  <a:pt x="959668" y="701379"/>
                  <a:pt x="1073720" y="701646"/>
                </a:cubicBezTo>
                <a:cubicBezTo>
                  <a:pt x="1187621" y="701913"/>
                  <a:pt x="1279794" y="794344"/>
                  <a:pt x="1279746" y="908243"/>
                </a:cubicBezTo>
                <a:cubicBezTo>
                  <a:pt x="1279699" y="1022296"/>
                  <a:pt x="1187201" y="1114707"/>
                  <a:pt x="1073149" y="1114650"/>
                </a:cubicBezTo>
                <a:cubicBezTo>
                  <a:pt x="1073025" y="1114650"/>
                  <a:pt x="1072892" y="1114650"/>
                  <a:pt x="1072768" y="1114650"/>
                </a:cubicBezTo>
              </a:path>
            </a:pathLst>
          </a:custGeom>
          <a:solidFill>
            <a:schemeClr val="lt1"/>
          </a:solidFill>
          <a:ln>
            <a:noFill/>
          </a:ln>
        </p:spPr>
        <p:txBody>
          <a:bodyPr anchorCtr="0" anchor="ctr" bIns="22850" lIns="45725" spcFirstLastPara="1" rIns="45725"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rketing Hub Pro&amp;Below: Title with top bar 3">
  <p:cSld name="CUSTOM_5_1_2">
    <p:spTree>
      <p:nvGrpSpPr>
        <p:cNvPr id="1438" name="Shape 1438"/>
        <p:cNvGrpSpPr/>
        <p:nvPr/>
      </p:nvGrpSpPr>
      <p:grpSpPr>
        <a:xfrm>
          <a:off x="0" y="0"/>
          <a:ext cx="0" cy="0"/>
          <a:chOff x="0" y="0"/>
          <a:chExt cx="0" cy="0"/>
        </a:xfrm>
      </p:grpSpPr>
      <p:sp>
        <p:nvSpPr>
          <p:cNvPr id="1439" name="Google Shape;1439;p147"/>
          <p:cNvSpPr/>
          <p:nvPr/>
        </p:nvSpPr>
        <p:spPr>
          <a:xfrm>
            <a:off x="0" y="0"/>
            <a:ext cx="9144000" cy="1826180"/>
          </a:xfrm>
          <a:custGeom>
            <a:rect b="b" l="l" r="r" t="t"/>
            <a:pathLst>
              <a:path extrusionOk="0" h="2434907" w="12192000">
                <a:moveTo>
                  <a:pt x="0" y="0"/>
                </a:moveTo>
                <a:lnTo>
                  <a:pt x="12192000" y="0"/>
                </a:lnTo>
                <a:lnTo>
                  <a:pt x="12192000" y="2434908"/>
                </a:lnTo>
                <a:lnTo>
                  <a:pt x="0" y="2434908"/>
                </a:lnTo>
                <a:close/>
              </a:path>
            </a:pathLst>
          </a:custGeom>
          <a:solidFill>
            <a:srgbClr val="FFCEC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FCEC2"/>
              </a:solidFill>
              <a:latin typeface="Calibri"/>
              <a:ea typeface="Calibri"/>
              <a:cs typeface="Calibri"/>
              <a:sym typeface="Calibri"/>
            </a:endParaRPr>
          </a:p>
        </p:txBody>
      </p:sp>
      <p:sp>
        <p:nvSpPr>
          <p:cNvPr id="1440" name="Google Shape;1440;p147"/>
          <p:cNvSpPr/>
          <p:nvPr/>
        </p:nvSpPr>
        <p:spPr>
          <a:xfrm>
            <a:off x="5653988" y="0"/>
            <a:ext cx="3490012" cy="1826324"/>
          </a:xfrm>
          <a:custGeom>
            <a:rect b="b" l="l" r="r" t="t"/>
            <a:pathLst>
              <a:path extrusionOk="0" h="2435098" w="4653349">
                <a:moveTo>
                  <a:pt x="4653351" y="0"/>
                </a:moveTo>
                <a:lnTo>
                  <a:pt x="4653351" y="1006348"/>
                </a:lnTo>
                <a:cubicBezTo>
                  <a:pt x="3866903" y="1009269"/>
                  <a:pt x="3230189" y="1647698"/>
                  <a:pt x="3230189" y="2435098"/>
                </a:cubicBezTo>
                <a:lnTo>
                  <a:pt x="7" y="2435098"/>
                </a:lnTo>
                <a:cubicBezTo>
                  <a:pt x="-1390" y="1575486"/>
                  <a:pt x="236164" y="732403"/>
                  <a:pt x="686188" y="0"/>
                </a:cubicBezTo>
                <a:close/>
              </a:path>
            </a:pathLst>
          </a:custGeom>
          <a:solidFill>
            <a:srgbClr val="FF7A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1" name="Google Shape;1441;p147"/>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1442" name="Google Shape;1442;p147"/>
          <p:cNvSpPr txBox="1"/>
          <p:nvPr/>
        </p:nvSpPr>
        <p:spPr>
          <a:xfrm>
            <a:off x="6626075" y="4829300"/>
            <a:ext cx="24603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100">
                <a:latin typeface="Lexend Deca"/>
                <a:ea typeface="Lexend Deca"/>
                <a:cs typeface="Lexend Deca"/>
                <a:sym typeface="Lexend Deca"/>
              </a:rPr>
              <a:t>GPG</a:t>
            </a:r>
            <a:endParaRPr b="1" sz="1100">
              <a:latin typeface="Lexend Deca"/>
              <a:ea typeface="Lexend Deca"/>
              <a:cs typeface="Lexend Deca"/>
              <a:sym typeface="Lexend Deca"/>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Marketing Hub Pro&amp;Below: Title with top bar 1">
  <p:cSld name="CUSTOM_2">
    <p:spTree>
      <p:nvGrpSpPr>
        <p:cNvPr id="1443" name="Shape 1443"/>
        <p:cNvGrpSpPr/>
        <p:nvPr/>
      </p:nvGrpSpPr>
      <p:grpSpPr>
        <a:xfrm>
          <a:off x="0" y="0"/>
          <a:ext cx="0" cy="0"/>
          <a:chOff x="0" y="0"/>
          <a:chExt cx="0" cy="0"/>
        </a:xfrm>
      </p:grpSpPr>
      <p:sp>
        <p:nvSpPr>
          <p:cNvPr id="1444" name="Google Shape;1444;p148"/>
          <p:cNvSpPr/>
          <p:nvPr/>
        </p:nvSpPr>
        <p:spPr>
          <a:xfrm>
            <a:off x="0" y="0"/>
            <a:ext cx="9144000" cy="959501"/>
          </a:xfrm>
          <a:custGeom>
            <a:rect b="b" l="l" r="r" t="t"/>
            <a:pathLst>
              <a:path extrusionOk="0" h="1279334" w="12192000">
                <a:moveTo>
                  <a:pt x="0" y="0"/>
                </a:moveTo>
                <a:lnTo>
                  <a:pt x="12192000" y="0"/>
                </a:lnTo>
                <a:lnTo>
                  <a:pt x="12192000" y="1279335"/>
                </a:lnTo>
                <a:lnTo>
                  <a:pt x="0" y="1279335"/>
                </a:lnTo>
                <a:close/>
              </a:path>
            </a:pathLst>
          </a:custGeom>
          <a:solidFill>
            <a:schemeClr val="accent3"/>
          </a:solidFill>
          <a:ln>
            <a:noFill/>
          </a:ln>
        </p:spPr>
        <p:txBody>
          <a:bodyPr anchorCtr="0" anchor="ctr" bIns="22850" lIns="45725" spcFirstLastPara="1" rIns="45725"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445" name="Google Shape;1445;p148"/>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9pPr>
          </a:lstStyle>
          <a:p/>
        </p:txBody>
      </p:sp>
      <p:sp>
        <p:nvSpPr>
          <p:cNvPr id="1446" name="Google Shape;1446;p148"/>
          <p:cNvSpPr txBox="1"/>
          <p:nvPr/>
        </p:nvSpPr>
        <p:spPr>
          <a:xfrm>
            <a:off x="6626075" y="4829300"/>
            <a:ext cx="24603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100">
                <a:latin typeface="Lexend Deca"/>
                <a:ea typeface="Lexend Deca"/>
                <a:cs typeface="Lexend Deca"/>
                <a:sym typeface="Lexend Deca"/>
              </a:rPr>
              <a:t>GPG</a:t>
            </a:r>
            <a:endParaRPr b="1" sz="1100">
              <a:latin typeface="Lexend Deca"/>
              <a:ea typeface="Lexend Deca"/>
              <a:cs typeface="Lexend Deca"/>
              <a:sym typeface="Lexend Deca"/>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Hubspot CRM Platform Pro&amp;Below: Title with top bar 2">
  <p:cSld name="CUSTOM_7">
    <p:spTree>
      <p:nvGrpSpPr>
        <p:cNvPr id="1447" name="Shape 1447"/>
        <p:cNvGrpSpPr/>
        <p:nvPr/>
      </p:nvGrpSpPr>
      <p:grpSpPr>
        <a:xfrm>
          <a:off x="0" y="0"/>
          <a:ext cx="0" cy="0"/>
          <a:chOff x="0" y="0"/>
          <a:chExt cx="0" cy="0"/>
        </a:xfrm>
      </p:grpSpPr>
      <p:sp>
        <p:nvSpPr>
          <p:cNvPr id="1448" name="Google Shape;1448;p149"/>
          <p:cNvSpPr/>
          <p:nvPr/>
        </p:nvSpPr>
        <p:spPr>
          <a:xfrm>
            <a:off x="0" y="-6"/>
            <a:ext cx="9144000" cy="959501"/>
          </a:xfrm>
          <a:custGeom>
            <a:rect b="b" l="l" r="r" t="t"/>
            <a:pathLst>
              <a:path extrusionOk="0" h="1279334" w="12192000">
                <a:moveTo>
                  <a:pt x="0" y="0"/>
                </a:moveTo>
                <a:lnTo>
                  <a:pt x="12192000" y="0"/>
                </a:lnTo>
                <a:lnTo>
                  <a:pt x="12192000" y="1279335"/>
                </a:lnTo>
                <a:lnTo>
                  <a:pt x="0" y="1279335"/>
                </a:lnTo>
                <a:close/>
              </a:path>
            </a:pathLst>
          </a:custGeom>
          <a:solidFill>
            <a:srgbClr val="FEF4EA"/>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49" name="Google Shape;1449;p149"/>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9pPr>
          </a:lstStyle>
          <a:p/>
        </p:txBody>
      </p:sp>
      <p:sp>
        <p:nvSpPr>
          <p:cNvPr id="1450" name="Google Shape;1450;p149"/>
          <p:cNvSpPr/>
          <p:nvPr/>
        </p:nvSpPr>
        <p:spPr>
          <a:xfrm>
            <a:off x="7311961" y="3406"/>
            <a:ext cx="1832038" cy="952690"/>
          </a:xfrm>
          <a:custGeom>
            <a:rect b="b" l="l" r="r" t="t"/>
            <a:pathLst>
              <a:path extrusionOk="0" h="1270253" w="2442718">
                <a:moveTo>
                  <a:pt x="2442719" y="0"/>
                </a:moveTo>
                <a:lnTo>
                  <a:pt x="2442719" y="151765"/>
                </a:lnTo>
                <a:cubicBezTo>
                  <a:pt x="2389443" y="778320"/>
                  <a:pt x="1863980" y="1270254"/>
                  <a:pt x="1223519" y="1270254"/>
                </a:cubicBezTo>
                <a:cubicBezTo>
                  <a:pt x="547815" y="1270254"/>
                  <a:pt x="1" y="722440"/>
                  <a:pt x="1" y="46736"/>
                </a:cubicBezTo>
                <a:lnTo>
                  <a:pt x="1"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nvGrpSpPr>
          <p:cNvPr id="1451" name="Google Shape;1451;p149"/>
          <p:cNvGrpSpPr/>
          <p:nvPr/>
        </p:nvGrpSpPr>
        <p:grpSpPr>
          <a:xfrm>
            <a:off x="8241699" y="4882560"/>
            <a:ext cx="659838" cy="187436"/>
            <a:chOff x="501655" y="1715854"/>
            <a:chExt cx="1664577" cy="472845"/>
          </a:xfrm>
        </p:grpSpPr>
        <p:sp>
          <p:nvSpPr>
            <p:cNvPr id="1452" name="Google Shape;1452;p149"/>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dk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53" name="Google Shape;1453;p149"/>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 Logo 1">
  <p:cSld name="BLANK_1_2_2">
    <p:bg>
      <p:bgPr>
        <a:solidFill>
          <a:srgbClr val="FFFFFF"/>
        </a:solidFill>
      </p:bgPr>
    </p:bg>
    <p:spTree>
      <p:nvGrpSpPr>
        <p:cNvPr id="1454" name="Shape 1454"/>
        <p:cNvGrpSpPr/>
        <p:nvPr/>
      </p:nvGrpSpPr>
      <p:grpSpPr>
        <a:xfrm>
          <a:off x="0" y="0"/>
          <a:ext cx="0" cy="0"/>
          <a:chOff x="0" y="0"/>
          <a:chExt cx="0" cy="0"/>
        </a:xfrm>
      </p:grpSpPr>
      <p:pic>
        <p:nvPicPr>
          <p:cNvPr id="1455" name="Google Shape;1455;p150"/>
          <p:cNvPicPr preferRelativeResize="0"/>
          <p:nvPr/>
        </p:nvPicPr>
        <p:blipFill>
          <a:blip r:embed="rId2">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ight Top - Light 1 1 1">
  <p:cSld name="BLANK_3_1_1_1_1_2_1_1_1_1_1_1_1_1_1_1_1_1_1_1_1_1_1_1_1_1_1_1_1_2_1_1">
    <p:bg>
      <p:bgPr>
        <a:solidFill>
          <a:schemeClr val="lt1"/>
        </a:solidFill>
      </p:bgPr>
    </p:bg>
    <p:spTree>
      <p:nvGrpSpPr>
        <p:cNvPr id="1456" name="Shape 1456"/>
        <p:cNvGrpSpPr/>
        <p:nvPr/>
      </p:nvGrpSpPr>
      <p:grpSpPr>
        <a:xfrm>
          <a:off x="0" y="0"/>
          <a:ext cx="0" cy="0"/>
          <a:chOff x="0" y="0"/>
          <a:chExt cx="0" cy="0"/>
        </a:xfrm>
      </p:grpSpPr>
      <p:sp>
        <p:nvSpPr>
          <p:cNvPr id="1457" name="Google Shape;1457;p151"/>
          <p:cNvSpPr txBox="1"/>
          <p:nvPr>
            <p:ph type="title"/>
          </p:nvPr>
        </p:nvSpPr>
        <p:spPr>
          <a:xfrm>
            <a:off x="387900" y="763358"/>
            <a:ext cx="85260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600">
                <a:solidFill>
                  <a:srgbClr val="33475B"/>
                </a:solidFill>
              </a:defRPr>
            </a:lvl1pPr>
            <a:lvl2pPr lvl="1" rtl="0">
              <a:spcBef>
                <a:spcPts val="0"/>
              </a:spcBef>
              <a:spcAft>
                <a:spcPts val="0"/>
              </a:spcAft>
              <a:buNone/>
              <a:defRPr sz="3600">
                <a:solidFill>
                  <a:srgbClr val="33475B"/>
                </a:solidFill>
              </a:defRPr>
            </a:lvl2pPr>
            <a:lvl3pPr lvl="2" rtl="0">
              <a:spcBef>
                <a:spcPts val="0"/>
              </a:spcBef>
              <a:spcAft>
                <a:spcPts val="0"/>
              </a:spcAft>
              <a:buNone/>
              <a:defRPr sz="3600">
                <a:solidFill>
                  <a:srgbClr val="33475B"/>
                </a:solidFill>
              </a:defRPr>
            </a:lvl3pPr>
            <a:lvl4pPr lvl="3" rtl="0">
              <a:spcBef>
                <a:spcPts val="0"/>
              </a:spcBef>
              <a:spcAft>
                <a:spcPts val="0"/>
              </a:spcAft>
              <a:buNone/>
              <a:defRPr sz="3600">
                <a:solidFill>
                  <a:srgbClr val="33475B"/>
                </a:solidFill>
              </a:defRPr>
            </a:lvl4pPr>
            <a:lvl5pPr lvl="4" rtl="0">
              <a:spcBef>
                <a:spcPts val="0"/>
              </a:spcBef>
              <a:spcAft>
                <a:spcPts val="0"/>
              </a:spcAft>
              <a:buNone/>
              <a:defRPr sz="3600">
                <a:solidFill>
                  <a:srgbClr val="33475B"/>
                </a:solidFill>
              </a:defRPr>
            </a:lvl5pPr>
            <a:lvl6pPr lvl="5" rtl="0">
              <a:spcBef>
                <a:spcPts val="0"/>
              </a:spcBef>
              <a:spcAft>
                <a:spcPts val="0"/>
              </a:spcAft>
              <a:buNone/>
              <a:defRPr sz="3600">
                <a:solidFill>
                  <a:srgbClr val="33475B"/>
                </a:solidFill>
              </a:defRPr>
            </a:lvl6pPr>
            <a:lvl7pPr lvl="6" rtl="0">
              <a:spcBef>
                <a:spcPts val="0"/>
              </a:spcBef>
              <a:spcAft>
                <a:spcPts val="0"/>
              </a:spcAft>
              <a:buNone/>
              <a:defRPr sz="3600">
                <a:solidFill>
                  <a:srgbClr val="33475B"/>
                </a:solidFill>
              </a:defRPr>
            </a:lvl7pPr>
            <a:lvl8pPr lvl="7" rtl="0">
              <a:spcBef>
                <a:spcPts val="0"/>
              </a:spcBef>
              <a:spcAft>
                <a:spcPts val="0"/>
              </a:spcAft>
              <a:buNone/>
              <a:defRPr sz="3600">
                <a:solidFill>
                  <a:srgbClr val="33475B"/>
                </a:solidFill>
              </a:defRPr>
            </a:lvl8pPr>
            <a:lvl9pPr lvl="8" rtl="0">
              <a:spcBef>
                <a:spcPts val="0"/>
              </a:spcBef>
              <a:spcAft>
                <a:spcPts val="0"/>
              </a:spcAft>
              <a:buNone/>
              <a:defRPr sz="3600">
                <a:solidFill>
                  <a:srgbClr val="33475B"/>
                </a:solidFill>
              </a:defRPr>
            </a:lvl9pPr>
          </a:lstStyle>
          <a:p/>
        </p:txBody>
      </p:sp>
      <p:pic>
        <p:nvPicPr>
          <p:cNvPr id="1458" name="Google Shape;1458;p151"/>
          <p:cNvPicPr preferRelativeResize="0"/>
          <p:nvPr/>
        </p:nvPicPr>
        <p:blipFill>
          <a:blip r:embed="rId2">
            <a:alphaModFix/>
          </a:blip>
          <a:stretch>
            <a:fillRect/>
          </a:stretch>
        </p:blipFill>
        <p:spPr>
          <a:xfrm>
            <a:off x="8440228" y="4420971"/>
            <a:ext cx="585216" cy="624230"/>
          </a:xfrm>
          <a:prstGeom prst="rect">
            <a:avLst/>
          </a:prstGeom>
          <a:noFill/>
          <a:ln>
            <a:noFill/>
          </a:ln>
        </p:spPr>
      </p:pic>
      <p:pic>
        <p:nvPicPr>
          <p:cNvPr id="1459" name="Google Shape;1459;p151"/>
          <p:cNvPicPr preferRelativeResize="0"/>
          <p:nvPr/>
        </p:nvPicPr>
        <p:blipFill rotWithShape="1">
          <a:blip r:embed="rId3">
            <a:alphaModFix/>
          </a:blip>
          <a:srcRect b="-17100" l="-26178" r="8100" t="48564"/>
          <a:stretch/>
        </p:blipFill>
        <p:spPr>
          <a:xfrm>
            <a:off x="5542465" y="-15771"/>
            <a:ext cx="3613575" cy="2355325"/>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ner Blob – Green – Light">
  <p:cSld name="BLANK_3_1_1_1_1_2_1_1_1_1_1_1_1_1_1_1_1_1_1_1_1_1_1_1_1_1_2_1_1">
    <p:bg>
      <p:bgPr>
        <a:solidFill>
          <a:srgbClr val="FFFFFF"/>
        </a:solidFill>
      </p:bgPr>
    </p:bg>
    <p:spTree>
      <p:nvGrpSpPr>
        <p:cNvPr id="1460" name="Shape 1460"/>
        <p:cNvGrpSpPr/>
        <p:nvPr/>
      </p:nvGrpSpPr>
      <p:grpSpPr>
        <a:xfrm>
          <a:off x="0" y="0"/>
          <a:ext cx="0" cy="0"/>
          <a:chOff x="0" y="0"/>
          <a:chExt cx="0" cy="0"/>
        </a:xfrm>
      </p:grpSpPr>
      <p:sp>
        <p:nvSpPr>
          <p:cNvPr id="1461" name="Google Shape;1461;p152"/>
          <p:cNvSpPr txBox="1"/>
          <p:nvPr>
            <p:ph type="title"/>
          </p:nvPr>
        </p:nvSpPr>
        <p:spPr>
          <a:xfrm>
            <a:off x="584975" y="349214"/>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2D3E50"/>
                </a:solidFill>
              </a:defRPr>
            </a:lvl1pPr>
            <a:lvl2pPr lvl="1" rtl="0">
              <a:spcBef>
                <a:spcPts val="0"/>
              </a:spcBef>
              <a:spcAft>
                <a:spcPts val="0"/>
              </a:spcAft>
              <a:buNone/>
              <a:defRPr>
                <a:solidFill>
                  <a:srgbClr val="2D3E50"/>
                </a:solidFill>
              </a:defRPr>
            </a:lvl2pPr>
            <a:lvl3pPr lvl="2" rtl="0">
              <a:spcBef>
                <a:spcPts val="0"/>
              </a:spcBef>
              <a:spcAft>
                <a:spcPts val="0"/>
              </a:spcAft>
              <a:buNone/>
              <a:defRPr>
                <a:solidFill>
                  <a:srgbClr val="2D3E50"/>
                </a:solidFill>
              </a:defRPr>
            </a:lvl3pPr>
            <a:lvl4pPr lvl="3" rtl="0">
              <a:spcBef>
                <a:spcPts val="0"/>
              </a:spcBef>
              <a:spcAft>
                <a:spcPts val="0"/>
              </a:spcAft>
              <a:buNone/>
              <a:defRPr>
                <a:solidFill>
                  <a:srgbClr val="2D3E50"/>
                </a:solidFill>
              </a:defRPr>
            </a:lvl4pPr>
            <a:lvl5pPr lvl="4" rtl="0">
              <a:spcBef>
                <a:spcPts val="0"/>
              </a:spcBef>
              <a:spcAft>
                <a:spcPts val="0"/>
              </a:spcAft>
              <a:buNone/>
              <a:defRPr>
                <a:solidFill>
                  <a:srgbClr val="2D3E50"/>
                </a:solidFill>
              </a:defRPr>
            </a:lvl5pPr>
            <a:lvl6pPr lvl="5" rtl="0">
              <a:spcBef>
                <a:spcPts val="0"/>
              </a:spcBef>
              <a:spcAft>
                <a:spcPts val="0"/>
              </a:spcAft>
              <a:buNone/>
              <a:defRPr>
                <a:solidFill>
                  <a:srgbClr val="2D3E50"/>
                </a:solidFill>
              </a:defRPr>
            </a:lvl6pPr>
            <a:lvl7pPr lvl="6" rtl="0">
              <a:spcBef>
                <a:spcPts val="0"/>
              </a:spcBef>
              <a:spcAft>
                <a:spcPts val="0"/>
              </a:spcAft>
              <a:buNone/>
              <a:defRPr>
                <a:solidFill>
                  <a:srgbClr val="2D3E50"/>
                </a:solidFill>
              </a:defRPr>
            </a:lvl7pPr>
            <a:lvl8pPr lvl="7" rtl="0">
              <a:spcBef>
                <a:spcPts val="0"/>
              </a:spcBef>
              <a:spcAft>
                <a:spcPts val="0"/>
              </a:spcAft>
              <a:buNone/>
              <a:defRPr>
                <a:solidFill>
                  <a:srgbClr val="2D3E50"/>
                </a:solidFill>
              </a:defRPr>
            </a:lvl8pPr>
            <a:lvl9pPr lvl="8" rtl="0">
              <a:spcBef>
                <a:spcPts val="0"/>
              </a:spcBef>
              <a:spcAft>
                <a:spcPts val="0"/>
              </a:spcAft>
              <a:buNone/>
              <a:defRPr>
                <a:solidFill>
                  <a:srgbClr val="2D3E50"/>
                </a:solidFill>
              </a:defRPr>
            </a:lvl9pPr>
          </a:lstStyle>
          <a:p/>
        </p:txBody>
      </p:sp>
      <p:pic>
        <p:nvPicPr>
          <p:cNvPr id="1462" name="Google Shape;1462;p152"/>
          <p:cNvPicPr preferRelativeResize="0"/>
          <p:nvPr/>
        </p:nvPicPr>
        <p:blipFill>
          <a:blip r:embed="rId2">
            <a:alphaModFix/>
          </a:blip>
          <a:stretch>
            <a:fillRect/>
          </a:stretch>
        </p:blipFill>
        <p:spPr>
          <a:xfrm>
            <a:off x="8441728" y="4422125"/>
            <a:ext cx="585216" cy="614477"/>
          </a:xfrm>
          <a:prstGeom prst="rect">
            <a:avLst/>
          </a:prstGeom>
          <a:noFill/>
          <a:ln>
            <a:noFill/>
          </a:ln>
        </p:spPr>
      </p:pic>
      <p:sp>
        <p:nvSpPr>
          <p:cNvPr id="1463" name="Google Shape;1463;p152"/>
          <p:cNvSpPr/>
          <p:nvPr/>
        </p:nvSpPr>
        <p:spPr>
          <a:xfrm>
            <a:off x="7309110" y="0"/>
            <a:ext cx="1834896" cy="828151"/>
          </a:xfrm>
          <a:custGeom>
            <a:rect b="b" l="l" r="r" t="t"/>
            <a:pathLst>
              <a:path extrusionOk="0" h="1104201" w="2446528">
                <a:moveTo>
                  <a:pt x="2446528" y="0"/>
                </a:moveTo>
                <a:lnTo>
                  <a:pt x="2446528" y="1104202"/>
                </a:lnTo>
                <a:cubicBezTo>
                  <a:pt x="2279015" y="1037019"/>
                  <a:pt x="2144332" y="905637"/>
                  <a:pt x="1973199" y="843788"/>
                </a:cubicBezTo>
                <a:cubicBezTo>
                  <a:pt x="1750885" y="763524"/>
                  <a:pt x="1530985" y="850710"/>
                  <a:pt x="1308926" y="882079"/>
                </a:cubicBezTo>
                <a:cubicBezTo>
                  <a:pt x="1053085" y="918274"/>
                  <a:pt x="792671" y="884047"/>
                  <a:pt x="561784" y="765429"/>
                </a:cubicBezTo>
                <a:cubicBezTo>
                  <a:pt x="363665" y="663639"/>
                  <a:pt x="208535" y="494602"/>
                  <a:pt x="106363" y="298323"/>
                </a:cubicBezTo>
                <a:cubicBezTo>
                  <a:pt x="58357" y="206058"/>
                  <a:pt x="22225" y="104775"/>
                  <a:pt x="0" y="0"/>
                </a:cubicBezTo>
                <a:lnTo>
                  <a:pt x="2446528" y="0"/>
                </a:lnTo>
                <a:close/>
              </a:path>
            </a:pathLst>
          </a:custGeom>
          <a:solidFill>
            <a:srgbClr val="FF7A59"/>
          </a:solidFill>
          <a:ln>
            <a:noFill/>
          </a:ln>
        </p:spPr>
        <p:txBody>
          <a:bodyPr anchorCtr="0" anchor="ctr" bIns="22850" lIns="45725" spcFirstLastPara="1" rIns="45725"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Hubspot CRM Platform Pro&amp;Below: Background 6">
  <p:cSld name="CUSTOM_8_1">
    <p:bg>
      <p:bgPr>
        <a:solidFill>
          <a:srgbClr val="FEF4EA"/>
        </a:solidFill>
      </p:bgPr>
    </p:bg>
    <p:spTree>
      <p:nvGrpSpPr>
        <p:cNvPr id="1464" name="Shape 1464"/>
        <p:cNvGrpSpPr/>
        <p:nvPr/>
      </p:nvGrpSpPr>
      <p:grpSpPr>
        <a:xfrm>
          <a:off x="0" y="0"/>
          <a:ext cx="0" cy="0"/>
          <a:chOff x="0" y="0"/>
          <a:chExt cx="0" cy="0"/>
        </a:xfrm>
      </p:grpSpPr>
      <p:sp>
        <p:nvSpPr>
          <p:cNvPr id="1465" name="Google Shape;1465;p153"/>
          <p:cNvSpPr/>
          <p:nvPr/>
        </p:nvSpPr>
        <p:spPr>
          <a:xfrm>
            <a:off x="6125241" y="1435751"/>
            <a:ext cx="2587513" cy="3707749"/>
          </a:xfrm>
          <a:custGeom>
            <a:rect b="b" l="l" r="r" t="t"/>
            <a:pathLst>
              <a:path extrusionOk="0" h="4943665" w="3450018">
                <a:moveTo>
                  <a:pt x="3450020" y="2054416"/>
                </a:moveTo>
                <a:lnTo>
                  <a:pt x="3450020" y="4943666"/>
                </a:lnTo>
                <a:lnTo>
                  <a:pt x="1" y="4943666"/>
                </a:lnTo>
                <a:lnTo>
                  <a:pt x="1" y="0"/>
                </a:lnTo>
                <a:lnTo>
                  <a:pt x="1395540" y="0"/>
                </a:lnTo>
                <a:cubicBezTo>
                  <a:pt x="2530222" y="0"/>
                  <a:pt x="3450020" y="919798"/>
                  <a:pt x="3450020" y="20544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66" name="Google Shape;1466;p153"/>
          <p:cNvSpPr/>
          <p:nvPr/>
        </p:nvSpPr>
        <p:spPr>
          <a:xfrm>
            <a:off x="0" y="0"/>
            <a:ext cx="9144000" cy="959501"/>
          </a:xfrm>
          <a:custGeom>
            <a:rect b="b" l="l" r="r" t="t"/>
            <a:pathLst>
              <a:path extrusionOk="0" h="1279334" w="12192000">
                <a:moveTo>
                  <a:pt x="0" y="0"/>
                </a:moveTo>
                <a:lnTo>
                  <a:pt x="12192000" y="0"/>
                </a:lnTo>
                <a:lnTo>
                  <a:pt x="12192000" y="1279335"/>
                </a:lnTo>
                <a:lnTo>
                  <a:pt x="0" y="1279335"/>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67" name="Google Shape;1467;p153"/>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9pPr>
          </a:lstStyle>
          <a:p/>
        </p:txBody>
      </p:sp>
      <p:sp>
        <p:nvSpPr>
          <p:cNvPr id="1468" name="Google Shape;1468;p153"/>
          <p:cNvSpPr/>
          <p:nvPr/>
        </p:nvSpPr>
        <p:spPr>
          <a:xfrm>
            <a:off x="628400" y="1435775"/>
            <a:ext cx="2587500" cy="3707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53"/>
          <p:cNvSpPr/>
          <p:nvPr/>
        </p:nvSpPr>
        <p:spPr>
          <a:xfrm>
            <a:off x="3370888" y="1435775"/>
            <a:ext cx="2587500" cy="3707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Hubspot CRM Platform Pro&amp;Below: Title with background 2">
  <p:cSld name="CUSTOM_11">
    <p:spTree>
      <p:nvGrpSpPr>
        <p:cNvPr id="1470" name="Shape 1470"/>
        <p:cNvGrpSpPr/>
        <p:nvPr/>
      </p:nvGrpSpPr>
      <p:grpSpPr>
        <a:xfrm>
          <a:off x="0" y="0"/>
          <a:ext cx="0" cy="0"/>
          <a:chOff x="0" y="0"/>
          <a:chExt cx="0" cy="0"/>
        </a:xfrm>
      </p:grpSpPr>
      <p:sp>
        <p:nvSpPr>
          <p:cNvPr id="1471" name="Google Shape;1471;p154"/>
          <p:cNvSpPr/>
          <p:nvPr/>
        </p:nvSpPr>
        <p:spPr>
          <a:xfrm>
            <a:off x="0" y="3964448"/>
            <a:ext cx="3102483" cy="1179052"/>
          </a:xfrm>
          <a:custGeom>
            <a:rect b="b" l="l" r="r" t="t"/>
            <a:pathLst>
              <a:path extrusionOk="0" h="1572069" w="4136644">
                <a:moveTo>
                  <a:pt x="4136644" y="1572070"/>
                </a:moveTo>
                <a:lnTo>
                  <a:pt x="0" y="1572070"/>
                </a:lnTo>
                <a:lnTo>
                  <a:pt x="0" y="0"/>
                </a:lnTo>
                <a:lnTo>
                  <a:pt x="2101850" y="0"/>
                </a:lnTo>
                <a:cubicBezTo>
                  <a:pt x="3079750" y="0"/>
                  <a:pt x="3901758" y="667703"/>
                  <a:pt x="4136644" y="157207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72" name="Google Shape;1472;p154"/>
          <p:cNvSpPr/>
          <p:nvPr/>
        </p:nvSpPr>
        <p:spPr>
          <a:xfrm>
            <a:off x="3117437" y="3964448"/>
            <a:ext cx="2365962" cy="1179052"/>
          </a:xfrm>
          <a:custGeom>
            <a:rect b="b" l="l" r="r" t="t"/>
            <a:pathLst>
              <a:path extrusionOk="0" h="1572069" w="3154616">
                <a:moveTo>
                  <a:pt x="3154616" y="1572070"/>
                </a:moveTo>
                <a:lnTo>
                  <a:pt x="0" y="1572070"/>
                </a:lnTo>
                <a:cubicBezTo>
                  <a:pt x="2667" y="703390"/>
                  <a:pt x="707898" y="0"/>
                  <a:pt x="1577467" y="0"/>
                </a:cubicBezTo>
                <a:cubicBezTo>
                  <a:pt x="2447036" y="0"/>
                  <a:pt x="3151823" y="703390"/>
                  <a:pt x="3154616" y="157207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73" name="Google Shape;1473;p154"/>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2pPr>
            <a:lvl3pPr lvl="2"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3pPr>
            <a:lvl4pPr lvl="3"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4pPr>
            <a:lvl5pPr lvl="4"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5pPr>
            <a:lvl6pPr lvl="5"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6pPr>
            <a:lvl7pPr lvl="6"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7pPr>
            <a:lvl8pPr lvl="7"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8pPr>
            <a:lvl9pPr lvl="8" rtl="0">
              <a:spcBef>
                <a:spcPts val="0"/>
              </a:spcBef>
              <a:spcAft>
                <a:spcPts val="0"/>
              </a:spcAft>
              <a:buClr>
                <a:schemeClr val="dk1"/>
              </a:buClr>
              <a:buSzPts val="2700"/>
              <a:buFont typeface="Lexend Deca Medium"/>
              <a:buNone/>
              <a:defRPr sz="2700">
                <a:solidFill>
                  <a:schemeClr val="dk1"/>
                </a:solidFill>
                <a:latin typeface="Lexend Deca Medium"/>
                <a:ea typeface="Lexend Deca Medium"/>
                <a:cs typeface="Lexend Deca Medium"/>
                <a:sym typeface="Lexend Deca Medium"/>
              </a:defRPr>
            </a:lvl9pPr>
          </a:lstStyle>
          <a:p/>
        </p:txBody>
      </p:sp>
      <p:grpSp>
        <p:nvGrpSpPr>
          <p:cNvPr id="1474" name="Google Shape;1474;p154"/>
          <p:cNvGrpSpPr/>
          <p:nvPr/>
        </p:nvGrpSpPr>
        <p:grpSpPr>
          <a:xfrm>
            <a:off x="8241699" y="4882560"/>
            <a:ext cx="659838" cy="187436"/>
            <a:chOff x="501655" y="1715854"/>
            <a:chExt cx="1664577" cy="472845"/>
          </a:xfrm>
        </p:grpSpPr>
        <p:sp>
          <p:nvSpPr>
            <p:cNvPr id="1475" name="Google Shape;1475;p154"/>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dk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476" name="Google Shape;1476;p154"/>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
        <p:nvSpPr>
          <p:cNvPr id="1477" name="Google Shape;1477;p154"/>
          <p:cNvSpPr/>
          <p:nvPr/>
        </p:nvSpPr>
        <p:spPr>
          <a:xfrm rot="-5400000">
            <a:off x="7271312" y="-414331"/>
            <a:ext cx="1473545" cy="2290318"/>
          </a:xfrm>
          <a:custGeom>
            <a:rect b="b" l="l" r="r" t="t"/>
            <a:pathLst>
              <a:path extrusionOk="0" h="3606800" w="2320543">
                <a:moveTo>
                  <a:pt x="1803400" y="0"/>
                </a:moveTo>
                <a:lnTo>
                  <a:pt x="2320544" y="0"/>
                </a:lnTo>
                <a:lnTo>
                  <a:pt x="2320544" y="0"/>
                </a:lnTo>
                <a:lnTo>
                  <a:pt x="2320544" y="3606800"/>
                </a:lnTo>
                <a:lnTo>
                  <a:pt x="2320544" y="3606800"/>
                </a:lnTo>
                <a:lnTo>
                  <a:pt x="1803400" y="3606800"/>
                </a:lnTo>
                <a:cubicBezTo>
                  <a:pt x="807402" y="3606800"/>
                  <a:pt x="0" y="2799391"/>
                  <a:pt x="0" y="1803400"/>
                </a:cubicBezTo>
                <a:lnTo>
                  <a:pt x="0" y="1803400"/>
                </a:lnTo>
                <a:cubicBezTo>
                  <a:pt x="0" y="807409"/>
                  <a:pt x="807402" y="0"/>
                  <a:pt x="1803400"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rketing Hub Pro&amp;Below: Title with top bar 3 1">
  <p:cSld name="CUSTOM_5_1_3">
    <p:spTree>
      <p:nvGrpSpPr>
        <p:cNvPr id="1478" name="Shape 1478"/>
        <p:cNvGrpSpPr/>
        <p:nvPr/>
      </p:nvGrpSpPr>
      <p:grpSpPr>
        <a:xfrm>
          <a:off x="0" y="0"/>
          <a:ext cx="0" cy="0"/>
          <a:chOff x="0" y="0"/>
          <a:chExt cx="0" cy="0"/>
        </a:xfrm>
      </p:grpSpPr>
      <p:sp>
        <p:nvSpPr>
          <p:cNvPr id="1479" name="Google Shape;1479;p155"/>
          <p:cNvSpPr/>
          <p:nvPr/>
        </p:nvSpPr>
        <p:spPr>
          <a:xfrm>
            <a:off x="0" y="0"/>
            <a:ext cx="9144000" cy="1826180"/>
          </a:xfrm>
          <a:custGeom>
            <a:rect b="b" l="l" r="r" t="t"/>
            <a:pathLst>
              <a:path extrusionOk="0" h="2434907" w="12192000">
                <a:moveTo>
                  <a:pt x="0" y="0"/>
                </a:moveTo>
                <a:lnTo>
                  <a:pt x="12192000" y="0"/>
                </a:lnTo>
                <a:lnTo>
                  <a:pt x="12192000" y="2434908"/>
                </a:lnTo>
                <a:lnTo>
                  <a:pt x="0" y="2434908"/>
                </a:lnTo>
                <a:close/>
              </a:path>
            </a:pathLst>
          </a:custGeom>
          <a:solidFill>
            <a:srgbClr val="FEF4E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0" name="Google Shape;1480;p155"/>
          <p:cNvSpPr/>
          <p:nvPr/>
        </p:nvSpPr>
        <p:spPr>
          <a:xfrm>
            <a:off x="5653988" y="0"/>
            <a:ext cx="3490012" cy="1826324"/>
          </a:xfrm>
          <a:custGeom>
            <a:rect b="b" l="l" r="r" t="t"/>
            <a:pathLst>
              <a:path extrusionOk="0" h="2435098" w="4653349">
                <a:moveTo>
                  <a:pt x="4653351" y="0"/>
                </a:moveTo>
                <a:lnTo>
                  <a:pt x="4653351" y="1006348"/>
                </a:lnTo>
                <a:cubicBezTo>
                  <a:pt x="3866903" y="1009269"/>
                  <a:pt x="3230189" y="1647698"/>
                  <a:pt x="3230189" y="2435098"/>
                </a:cubicBezTo>
                <a:lnTo>
                  <a:pt x="7" y="2435098"/>
                </a:lnTo>
                <a:cubicBezTo>
                  <a:pt x="-1390" y="1575486"/>
                  <a:pt x="236164" y="732403"/>
                  <a:pt x="686188" y="0"/>
                </a:cubicBezTo>
                <a:close/>
              </a:path>
            </a:pathLst>
          </a:custGeom>
          <a:solidFill>
            <a:srgbClr val="FF7A5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1" name="Google Shape;1481;p155"/>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Curved - Light 1">
  <p:cSld name="BLANK_3_1_1_1_1_2_1_1_1_1_1_1_1_1_1_1_1_1_1_1_1_1_1_1_2_1">
    <p:bg>
      <p:bgPr>
        <a:solidFill>
          <a:srgbClr val="F5F8FA"/>
        </a:solidFill>
      </p:bgPr>
    </p:bg>
    <p:spTree>
      <p:nvGrpSpPr>
        <p:cNvPr id="1482" name="Shape 1482"/>
        <p:cNvGrpSpPr/>
        <p:nvPr/>
      </p:nvGrpSpPr>
      <p:grpSpPr>
        <a:xfrm>
          <a:off x="0" y="0"/>
          <a:ext cx="0" cy="0"/>
          <a:chOff x="0" y="0"/>
          <a:chExt cx="0" cy="0"/>
        </a:xfrm>
      </p:grpSpPr>
      <p:sp>
        <p:nvSpPr>
          <p:cNvPr id="1483" name="Google Shape;1483;p156"/>
          <p:cNvSpPr/>
          <p:nvPr/>
        </p:nvSpPr>
        <p:spPr>
          <a:xfrm>
            <a:off x="0" y="0"/>
            <a:ext cx="5170800" cy="5143500"/>
          </a:xfrm>
          <a:prstGeom prst="rect">
            <a:avLst/>
          </a:prstGeom>
          <a:solidFill>
            <a:srgbClr val="F5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56"/>
          <p:cNvSpPr/>
          <p:nvPr/>
        </p:nvSpPr>
        <p:spPr>
          <a:xfrm>
            <a:off x="6996000" y="-8250"/>
            <a:ext cx="2148000" cy="260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56"/>
          <p:cNvSpPr/>
          <p:nvPr/>
        </p:nvSpPr>
        <p:spPr>
          <a:xfrm>
            <a:off x="5346449" y="25"/>
            <a:ext cx="3797700" cy="5154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6" name="Google Shape;1486;p156"/>
          <p:cNvPicPr preferRelativeResize="0"/>
          <p:nvPr/>
        </p:nvPicPr>
        <p:blipFill rotWithShape="1">
          <a:blip r:embed="rId2">
            <a:alphaModFix/>
          </a:blip>
          <a:srcRect b="7945" l="1407" r="2900" t="24955"/>
          <a:stretch/>
        </p:blipFill>
        <p:spPr>
          <a:xfrm rot="5400000">
            <a:off x="2379659" y="1758014"/>
            <a:ext cx="5154581" cy="1638549"/>
          </a:xfrm>
          <a:prstGeom prst="rect">
            <a:avLst/>
          </a:prstGeom>
          <a:noFill/>
          <a:ln>
            <a:noFill/>
          </a:ln>
        </p:spPr>
      </p:pic>
      <p:pic>
        <p:nvPicPr>
          <p:cNvPr id="1487" name="Google Shape;1487;p156"/>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extLst>
    <p:ext uri="{DCECCB84-F9BA-43D5-87BE-67443E8EF086}">
      <p15:sldGuideLst>
        <p15:guide id="1" pos="2880">
          <p15:clr>
            <a:srgbClr val="FA7B17"/>
          </p15:clr>
        </p15:guide>
      </p15:sldGuideLst>
    </p:ext>
  </p:extLst>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Yellow">
  <p:cSld name="BLANK_3_1_1_1_1_2_1_1_1_1_1_1_1_1_1_1_1_1_1_1_1_1_1_1_1_1_1_1_1_1_1_1_1_1_1_1_1_1_1_1_1_1_3">
    <p:bg>
      <p:bgPr>
        <a:solidFill>
          <a:srgbClr val="F5F8FA"/>
        </a:solidFill>
      </p:bgPr>
    </p:bg>
    <p:spTree>
      <p:nvGrpSpPr>
        <p:cNvPr id="1488" name="Shape 1488"/>
        <p:cNvGrpSpPr/>
        <p:nvPr/>
      </p:nvGrpSpPr>
      <p:grpSpPr>
        <a:xfrm>
          <a:off x="0" y="0"/>
          <a:ext cx="0" cy="0"/>
          <a:chOff x="0" y="0"/>
          <a:chExt cx="0" cy="0"/>
        </a:xfrm>
      </p:grpSpPr>
      <p:sp>
        <p:nvSpPr>
          <p:cNvPr id="1489" name="Google Shape;1489;p157"/>
          <p:cNvSpPr txBox="1"/>
          <p:nvPr>
            <p:ph type="title"/>
          </p:nvPr>
        </p:nvSpPr>
        <p:spPr>
          <a:xfrm>
            <a:off x="1610150" y="1358689"/>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800">
                <a:solidFill>
                  <a:srgbClr val="2D3E50"/>
                </a:solidFill>
              </a:defRPr>
            </a:lvl1pPr>
            <a:lvl2pPr lvl="1" rtl="0">
              <a:spcBef>
                <a:spcPts val="0"/>
              </a:spcBef>
              <a:spcAft>
                <a:spcPts val="0"/>
              </a:spcAft>
              <a:buNone/>
              <a:defRPr sz="3800">
                <a:solidFill>
                  <a:srgbClr val="2D3E50"/>
                </a:solidFill>
              </a:defRPr>
            </a:lvl2pPr>
            <a:lvl3pPr lvl="2" rtl="0">
              <a:spcBef>
                <a:spcPts val="0"/>
              </a:spcBef>
              <a:spcAft>
                <a:spcPts val="0"/>
              </a:spcAft>
              <a:buNone/>
              <a:defRPr sz="3800">
                <a:solidFill>
                  <a:srgbClr val="2D3E50"/>
                </a:solidFill>
              </a:defRPr>
            </a:lvl3pPr>
            <a:lvl4pPr lvl="3" rtl="0">
              <a:spcBef>
                <a:spcPts val="0"/>
              </a:spcBef>
              <a:spcAft>
                <a:spcPts val="0"/>
              </a:spcAft>
              <a:buNone/>
              <a:defRPr sz="3800">
                <a:solidFill>
                  <a:srgbClr val="2D3E50"/>
                </a:solidFill>
              </a:defRPr>
            </a:lvl4pPr>
            <a:lvl5pPr lvl="4" rtl="0">
              <a:spcBef>
                <a:spcPts val="0"/>
              </a:spcBef>
              <a:spcAft>
                <a:spcPts val="0"/>
              </a:spcAft>
              <a:buNone/>
              <a:defRPr sz="3800">
                <a:solidFill>
                  <a:srgbClr val="2D3E50"/>
                </a:solidFill>
              </a:defRPr>
            </a:lvl5pPr>
            <a:lvl6pPr lvl="5" rtl="0">
              <a:spcBef>
                <a:spcPts val="0"/>
              </a:spcBef>
              <a:spcAft>
                <a:spcPts val="0"/>
              </a:spcAft>
              <a:buNone/>
              <a:defRPr sz="3800">
                <a:solidFill>
                  <a:srgbClr val="2D3E50"/>
                </a:solidFill>
              </a:defRPr>
            </a:lvl6pPr>
            <a:lvl7pPr lvl="6" rtl="0">
              <a:spcBef>
                <a:spcPts val="0"/>
              </a:spcBef>
              <a:spcAft>
                <a:spcPts val="0"/>
              </a:spcAft>
              <a:buNone/>
              <a:defRPr sz="3800">
                <a:solidFill>
                  <a:srgbClr val="2D3E50"/>
                </a:solidFill>
              </a:defRPr>
            </a:lvl7pPr>
            <a:lvl8pPr lvl="7" rtl="0">
              <a:spcBef>
                <a:spcPts val="0"/>
              </a:spcBef>
              <a:spcAft>
                <a:spcPts val="0"/>
              </a:spcAft>
              <a:buNone/>
              <a:defRPr sz="3800">
                <a:solidFill>
                  <a:srgbClr val="2D3E50"/>
                </a:solidFill>
              </a:defRPr>
            </a:lvl8pPr>
            <a:lvl9pPr lvl="8" rtl="0">
              <a:spcBef>
                <a:spcPts val="0"/>
              </a:spcBef>
              <a:spcAft>
                <a:spcPts val="0"/>
              </a:spcAft>
              <a:buNone/>
              <a:defRPr sz="3800">
                <a:solidFill>
                  <a:srgbClr val="2D3E50"/>
                </a:solidFill>
              </a:defRPr>
            </a:lvl9pPr>
          </a:lstStyle>
          <a:p/>
        </p:txBody>
      </p:sp>
      <p:sp>
        <p:nvSpPr>
          <p:cNvPr id="1490" name="Google Shape;1490;p157"/>
          <p:cNvSpPr txBox="1"/>
          <p:nvPr>
            <p:ph idx="2" type="title"/>
          </p:nvPr>
        </p:nvSpPr>
        <p:spPr>
          <a:xfrm>
            <a:off x="1457750" y="3512722"/>
            <a:ext cx="2290200" cy="472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solidFill>
                  <a:srgbClr val="2D3E50"/>
                </a:solidFill>
              </a:defRPr>
            </a:lvl1pPr>
            <a:lvl2pPr lvl="1" rtl="0">
              <a:spcBef>
                <a:spcPts val="0"/>
              </a:spcBef>
              <a:spcAft>
                <a:spcPts val="0"/>
              </a:spcAft>
              <a:buNone/>
              <a:defRPr sz="1200">
                <a:solidFill>
                  <a:srgbClr val="2D3E50"/>
                </a:solidFill>
              </a:defRPr>
            </a:lvl2pPr>
            <a:lvl3pPr lvl="2" rtl="0">
              <a:spcBef>
                <a:spcPts val="0"/>
              </a:spcBef>
              <a:spcAft>
                <a:spcPts val="0"/>
              </a:spcAft>
              <a:buNone/>
              <a:defRPr sz="1200">
                <a:solidFill>
                  <a:srgbClr val="2D3E50"/>
                </a:solidFill>
              </a:defRPr>
            </a:lvl3pPr>
            <a:lvl4pPr lvl="3" rtl="0">
              <a:spcBef>
                <a:spcPts val="0"/>
              </a:spcBef>
              <a:spcAft>
                <a:spcPts val="0"/>
              </a:spcAft>
              <a:buNone/>
              <a:defRPr sz="1200">
                <a:solidFill>
                  <a:srgbClr val="2D3E50"/>
                </a:solidFill>
              </a:defRPr>
            </a:lvl4pPr>
            <a:lvl5pPr lvl="4" rtl="0">
              <a:spcBef>
                <a:spcPts val="0"/>
              </a:spcBef>
              <a:spcAft>
                <a:spcPts val="0"/>
              </a:spcAft>
              <a:buNone/>
              <a:defRPr sz="1200">
                <a:solidFill>
                  <a:srgbClr val="2D3E50"/>
                </a:solidFill>
              </a:defRPr>
            </a:lvl5pPr>
            <a:lvl6pPr lvl="5" rtl="0">
              <a:spcBef>
                <a:spcPts val="0"/>
              </a:spcBef>
              <a:spcAft>
                <a:spcPts val="0"/>
              </a:spcAft>
              <a:buNone/>
              <a:defRPr sz="1200">
                <a:solidFill>
                  <a:srgbClr val="2D3E50"/>
                </a:solidFill>
              </a:defRPr>
            </a:lvl6pPr>
            <a:lvl7pPr lvl="6" rtl="0">
              <a:spcBef>
                <a:spcPts val="0"/>
              </a:spcBef>
              <a:spcAft>
                <a:spcPts val="0"/>
              </a:spcAft>
              <a:buNone/>
              <a:defRPr sz="1200">
                <a:solidFill>
                  <a:srgbClr val="2D3E50"/>
                </a:solidFill>
              </a:defRPr>
            </a:lvl7pPr>
            <a:lvl8pPr lvl="7" rtl="0">
              <a:spcBef>
                <a:spcPts val="0"/>
              </a:spcBef>
              <a:spcAft>
                <a:spcPts val="0"/>
              </a:spcAft>
              <a:buNone/>
              <a:defRPr sz="1200">
                <a:solidFill>
                  <a:srgbClr val="2D3E50"/>
                </a:solidFill>
              </a:defRPr>
            </a:lvl8pPr>
            <a:lvl9pPr lvl="8" rtl="0">
              <a:spcBef>
                <a:spcPts val="0"/>
              </a:spcBef>
              <a:spcAft>
                <a:spcPts val="0"/>
              </a:spcAft>
              <a:buNone/>
              <a:defRPr sz="1200">
                <a:solidFill>
                  <a:srgbClr val="2D3E50"/>
                </a:solidFill>
              </a:defRPr>
            </a:lvl9pPr>
          </a:lstStyle>
          <a:p/>
        </p:txBody>
      </p:sp>
      <p:sp>
        <p:nvSpPr>
          <p:cNvPr id="1491" name="Google Shape;1491;p157"/>
          <p:cNvSpPr txBox="1"/>
          <p:nvPr>
            <p:ph idx="3" type="title"/>
          </p:nvPr>
        </p:nvSpPr>
        <p:spPr>
          <a:xfrm>
            <a:off x="1472404" y="3812021"/>
            <a:ext cx="2101500" cy="3990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solidFill>
                  <a:srgbClr val="2D3E50"/>
                </a:solidFill>
              </a:defRPr>
            </a:lvl1pPr>
            <a:lvl2pPr lvl="1" rtl="0">
              <a:spcBef>
                <a:spcPts val="0"/>
              </a:spcBef>
              <a:spcAft>
                <a:spcPts val="0"/>
              </a:spcAft>
              <a:buNone/>
              <a:defRPr sz="1000">
                <a:solidFill>
                  <a:srgbClr val="2D3E50"/>
                </a:solidFill>
              </a:defRPr>
            </a:lvl2pPr>
            <a:lvl3pPr lvl="2" rtl="0">
              <a:spcBef>
                <a:spcPts val="0"/>
              </a:spcBef>
              <a:spcAft>
                <a:spcPts val="0"/>
              </a:spcAft>
              <a:buNone/>
              <a:defRPr sz="1000">
                <a:solidFill>
                  <a:srgbClr val="2D3E50"/>
                </a:solidFill>
              </a:defRPr>
            </a:lvl3pPr>
            <a:lvl4pPr lvl="3" rtl="0">
              <a:spcBef>
                <a:spcPts val="0"/>
              </a:spcBef>
              <a:spcAft>
                <a:spcPts val="0"/>
              </a:spcAft>
              <a:buNone/>
              <a:defRPr sz="1000">
                <a:solidFill>
                  <a:srgbClr val="2D3E50"/>
                </a:solidFill>
              </a:defRPr>
            </a:lvl4pPr>
            <a:lvl5pPr lvl="4" rtl="0">
              <a:spcBef>
                <a:spcPts val="0"/>
              </a:spcBef>
              <a:spcAft>
                <a:spcPts val="0"/>
              </a:spcAft>
              <a:buNone/>
              <a:defRPr sz="1000">
                <a:solidFill>
                  <a:srgbClr val="2D3E50"/>
                </a:solidFill>
              </a:defRPr>
            </a:lvl5pPr>
            <a:lvl6pPr lvl="5" rtl="0">
              <a:spcBef>
                <a:spcPts val="0"/>
              </a:spcBef>
              <a:spcAft>
                <a:spcPts val="0"/>
              </a:spcAft>
              <a:buNone/>
              <a:defRPr sz="1000">
                <a:solidFill>
                  <a:srgbClr val="2D3E50"/>
                </a:solidFill>
              </a:defRPr>
            </a:lvl6pPr>
            <a:lvl7pPr lvl="6" rtl="0">
              <a:spcBef>
                <a:spcPts val="0"/>
              </a:spcBef>
              <a:spcAft>
                <a:spcPts val="0"/>
              </a:spcAft>
              <a:buNone/>
              <a:defRPr sz="1000">
                <a:solidFill>
                  <a:srgbClr val="2D3E50"/>
                </a:solidFill>
              </a:defRPr>
            </a:lvl7pPr>
            <a:lvl8pPr lvl="7" rtl="0">
              <a:spcBef>
                <a:spcPts val="0"/>
              </a:spcBef>
              <a:spcAft>
                <a:spcPts val="0"/>
              </a:spcAft>
              <a:buNone/>
              <a:defRPr sz="1000">
                <a:solidFill>
                  <a:srgbClr val="2D3E50"/>
                </a:solidFill>
              </a:defRPr>
            </a:lvl8pPr>
            <a:lvl9pPr lvl="8" rtl="0">
              <a:spcBef>
                <a:spcPts val="0"/>
              </a:spcBef>
              <a:spcAft>
                <a:spcPts val="0"/>
              </a:spcAft>
              <a:buNone/>
              <a:defRPr sz="1000">
                <a:solidFill>
                  <a:srgbClr val="2D3E50"/>
                </a:solidFill>
              </a:defRPr>
            </a:lvl9pPr>
          </a:lstStyle>
          <a:p/>
        </p:txBody>
      </p:sp>
      <p:pic>
        <p:nvPicPr>
          <p:cNvPr id="1492" name="Google Shape;1492;p157"/>
          <p:cNvPicPr preferRelativeResize="0"/>
          <p:nvPr/>
        </p:nvPicPr>
        <p:blipFill rotWithShape="1">
          <a:blip r:embed="rId2">
            <a:alphaModFix/>
          </a:blip>
          <a:srcRect b="-69" l="-17763" r="41625" t="54189"/>
          <a:stretch/>
        </p:blipFill>
        <p:spPr>
          <a:xfrm>
            <a:off x="5267275" y="-24900"/>
            <a:ext cx="3895773" cy="2501397"/>
          </a:xfrm>
          <a:prstGeom prst="rect">
            <a:avLst/>
          </a:prstGeom>
          <a:noFill/>
          <a:ln>
            <a:noFill/>
          </a:ln>
        </p:spPr>
      </p:pic>
      <p:pic>
        <p:nvPicPr>
          <p:cNvPr id="1493" name="Google Shape;1493;p157"/>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ner Blob – Green – Light 1">
  <p:cSld name="BLANK_3_1_1_1_1_2_1_1_1_1_1_1_1_1_1_1_1_1_1_1_1_1_1_1_1_1_2_1_1_3">
    <p:bg>
      <p:bgPr>
        <a:solidFill>
          <a:srgbClr val="FFFFFF"/>
        </a:solidFill>
      </p:bgPr>
    </p:bg>
    <p:spTree>
      <p:nvGrpSpPr>
        <p:cNvPr id="1494" name="Shape 1494"/>
        <p:cNvGrpSpPr/>
        <p:nvPr/>
      </p:nvGrpSpPr>
      <p:grpSpPr>
        <a:xfrm>
          <a:off x="0" y="0"/>
          <a:ext cx="0" cy="0"/>
          <a:chOff x="0" y="0"/>
          <a:chExt cx="0" cy="0"/>
        </a:xfrm>
      </p:grpSpPr>
      <p:sp>
        <p:nvSpPr>
          <p:cNvPr id="1495" name="Google Shape;1495;p158"/>
          <p:cNvSpPr txBox="1"/>
          <p:nvPr>
            <p:ph type="title"/>
          </p:nvPr>
        </p:nvSpPr>
        <p:spPr>
          <a:xfrm>
            <a:off x="584975" y="349214"/>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2D3E50"/>
                </a:solidFill>
              </a:defRPr>
            </a:lvl1pPr>
            <a:lvl2pPr lvl="1" rtl="0">
              <a:spcBef>
                <a:spcPts val="0"/>
              </a:spcBef>
              <a:spcAft>
                <a:spcPts val="0"/>
              </a:spcAft>
              <a:buNone/>
              <a:defRPr>
                <a:solidFill>
                  <a:srgbClr val="2D3E50"/>
                </a:solidFill>
              </a:defRPr>
            </a:lvl2pPr>
            <a:lvl3pPr lvl="2" rtl="0">
              <a:spcBef>
                <a:spcPts val="0"/>
              </a:spcBef>
              <a:spcAft>
                <a:spcPts val="0"/>
              </a:spcAft>
              <a:buNone/>
              <a:defRPr>
                <a:solidFill>
                  <a:srgbClr val="2D3E50"/>
                </a:solidFill>
              </a:defRPr>
            </a:lvl3pPr>
            <a:lvl4pPr lvl="3" rtl="0">
              <a:spcBef>
                <a:spcPts val="0"/>
              </a:spcBef>
              <a:spcAft>
                <a:spcPts val="0"/>
              </a:spcAft>
              <a:buNone/>
              <a:defRPr>
                <a:solidFill>
                  <a:srgbClr val="2D3E50"/>
                </a:solidFill>
              </a:defRPr>
            </a:lvl4pPr>
            <a:lvl5pPr lvl="4" rtl="0">
              <a:spcBef>
                <a:spcPts val="0"/>
              </a:spcBef>
              <a:spcAft>
                <a:spcPts val="0"/>
              </a:spcAft>
              <a:buNone/>
              <a:defRPr>
                <a:solidFill>
                  <a:srgbClr val="2D3E50"/>
                </a:solidFill>
              </a:defRPr>
            </a:lvl5pPr>
            <a:lvl6pPr lvl="5" rtl="0">
              <a:spcBef>
                <a:spcPts val="0"/>
              </a:spcBef>
              <a:spcAft>
                <a:spcPts val="0"/>
              </a:spcAft>
              <a:buNone/>
              <a:defRPr>
                <a:solidFill>
                  <a:srgbClr val="2D3E50"/>
                </a:solidFill>
              </a:defRPr>
            </a:lvl6pPr>
            <a:lvl7pPr lvl="6" rtl="0">
              <a:spcBef>
                <a:spcPts val="0"/>
              </a:spcBef>
              <a:spcAft>
                <a:spcPts val="0"/>
              </a:spcAft>
              <a:buNone/>
              <a:defRPr>
                <a:solidFill>
                  <a:srgbClr val="2D3E50"/>
                </a:solidFill>
              </a:defRPr>
            </a:lvl7pPr>
            <a:lvl8pPr lvl="7" rtl="0">
              <a:spcBef>
                <a:spcPts val="0"/>
              </a:spcBef>
              <a:spcAft>
                <a:spcPts val="0"/>
              </a:spcAft>
              <a:buNone/>
              <a:defRPr>
                <a:solidFill>
                  <a:srgbClr val="2D3E50"/>
                </a:solidFill>
              </a:defRPr>
            </a:lvl8pPr>
            <a:lvl9pPr lvl="8" rtl="0">
              <a:spcBef>
                <a:spcPts val="0"/>
              </a:spcBef>
              <a:spcAft>
                <a:spcPts val="0"/>
              </a:spcAft>
              <a:buNone/>
              <a:defRPr>
                <a:solidFill>
                  <a:srgbClr val="2D3E50"/>
                </a:solidFill>
              </a:defRPr>
            </a:lvl9pPr>
          </a:lstStyle>
          <a:p/>
        </p:txBody>
      </p:sp>
      <p:pic>
        <p:nvPicPr>
          <p:cNvPr id="1496" name="Google Shape;1496;p158"/>
          <p:cNvPicPr preferRelativeResize="0"/>
          <p:nvPr/>
        </p:nvPicPr>
        <p:blipFill rotWithShape="1">
          <a:blip r:embed="rId2">
            <a:alphaModFix/>
          </a:blip>
          <a:srcRect b="54086" l="2006" r="31575" t="-97"/>
          <a:stretch/>
        </p:blipFill>
        <p:spPr>
          <a:xfrm flipH="1" rot="10800000">
            <a:off x="5924550" y="-1"/>
            <a:ext cx="3219453" cy="2408598"/>
          </a:xfrm>
          <a:prstGeom prst="rect">
            <a:avLst/>
          </a:prstGeom>
          <a:noFill/>
          <a:ln>
            <a:noFill/>
          </a:ln>
        </p:spPr>
      </p:pic>
      <p:pic>
        <p:nvPicPr>
          <p:cNvPr id="1497" name="Google Shape;1497;p158"/>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 Dark – Logo">
  <p:cSld name="BLANK_1_1">
    <p:bg>
      <p:bgPr>
        <a:solidFill>
          <a:srgbClr val="33475B"/>
        </a:solidFill>
      </p:bgPr>
    </p:bg>
    <p:spTree>
      <p:nvGrpSpPr>
        <p:cNvPr id="1498" name="Shape 1498"/>
        <p:cNvGrpSpPr/>
        <p:nvPr/>
      </p:nvGrpSpPr>
      <p:grpSpPr>
        <a:xfrm>
          <a:off x="0" y="0"/>
          <a:ext cx="0" cy="0"/>
          <a:chOff x="0" y="0"/>
          <a:chExt cx="0" cy="0"/>
        </a:xfrm>
      </p:grpSpPr>
      <p:pic>
        <p:nvPicPr>
          <p:cNvPr id="1499" name="Google Shape;1499;p159"/>
          <p:cNvPicPr preferRelativeResize="0"/>
          <p:nvPr/>
        </p:nvPicPr>
        <p:blipFill>
          <a:blip r:embed="rId2">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ner Blob – Green – Light 2">
  <p:cSld name="BLANK_3_1_1_1_1_2_1_1_1_1_1_1_1_1_1_1_1_1_1_1_1_1_1_1_1_1_2_1_1_4">
    <p:bg>
      <p:bgPr>
        <a:solidFill>
          <a:srgbClr val="FFFFFF"/>
        </a:solidFill>
      </p:bgPr>
    </p:bg>
    <p:spTree>
      <p:nvGrpSpPr>
        <p:cNvPr id="1500" name="Shape 1500"/>
        <p:cNvGrpSpPr/>
        <p:nvPr/>
      </p:nvGrpSpPr>
      <p:grpSpPr>
        <a:xfrm>
          <a:off x="0" y="0"/>
          <a:ext cx="0" cy="0"/>
          <a:chOff x="0" y="0"/>
          <a:chExt cx="0" cy="0"/>
        </a:xfrm>
      </p:grpSpPr>
      <p:sp>
        <p:nvSpPr>
          <p:cNvPr id="1501" name="Google Shape;1501;p160"/>
          <p:cNvSpPr txBox="1"/>
          <p:nvPr>
            <p:ph type="title"/>
          </p:nvPr>
        </p:nvSpPr>
        <p:spPr>
          <a:xfrm>
            <a:off x="584975" y="349214"/>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2D3E50"/>
                </a:solidFill>
              </a:defRPr>
            </a:lvl1pPr>
            <a:lvl2pPr lvl="1" rtl="0">
              <a:spcBef>
                <a:spcPts val="0"/>
              </a:spcBef>
              <a:spcAft>
                <a:spcPts val="0"/>
              </a:spcAft>
              <a:buNone/>
              <a:defRPr>
                <a:solidFill>
                  <a:srgbClr val="2D3E50"/>
                </a:solidFill>
              </a:defRPr>
            </a:lvl2pPr>
            <a:lvl3pPr lvl="2" rtl="0">
              <a:spcBef>
                <a:spcPts val="0"/>
              </a:spcBef>
              <a:spcAft>
                <a:spcPts val="0"/>
              </a:spcAft>
              <a:buNone/>
              <a:defRPr>
                <a:solidFill>
                  <a:srgbClr val="2D3E50"/>
                </a:solidFill>
              </a:defRPr>
            </a:lvl3pPr>
            <a:lvl4pPr lvl="3" rtl="0">
              <a:spcBef>
                <a:spcPts val="0"/>
              </a:spcBef>
              <a:spcAft>
                <a:spcPts val="0"/>
              </a:spcAft>
              <a:buNone/>
              <a:defRPr>
                <a:solidFill>
                  <a:srgbClr val="2D3E50"/>
                </a:solidFill>
              </a:defRPr>
            </a:lvl4pPr>
            <a:lvl5pPr lvl="4" rtl="0">
              <a:spcBef>
                <a:spcPts val="0"/>
              </a:spcBef>
              <a:spcAft>
                <a:spcPts val="0"/>
              </a:spcAft>
              <a:buNone/>
              <a:defRPr>
                <a:solidFill>
                  <a:srgbClr val="2D3E50"/>
                </a:solidFill>
              </a:defRPr>
            </a:lvl5pPr>
            <a:lvl6pPr lvl="5" rtl="0">
              <a:spcBef>
                <a:spcPts val="0"/>
              </a:spcBef>
              <a:spcAft>
                <a:spcPts val="0"/>
              </a:spcAft>
              <a:buNone/>
              <a:defRPr>
                <a:solidFill>
                  <a:srgbClr val="2D3E50"/>
                </a:solidFill>
              </a:defRPr>
            </a:lvl6pPr>
            <a:lvl7pPr lvl="6" rtl="0">
              <a:spcBef>
                <a:spcPts val="0"/>
              </a:spcBef>
              <a:spcAft>
                <a:spcPts val="0"/>
              </a:spcAft>
              <a:buNone/>
              <a:defRPr>
                <a:solidFill>
                  <a:srgbClr val="2D3E50"/>
                </a:solidFill>
              </a:defRPr>
            </a:lvl7pPr>
            <a:lvl8pPr lvl="7" rtl="0">
              <a:spcBef>
                <a:spcPts val="0"/>
              </a:spcBef>
              <a:spcAft>
                <a:spcPts val="0"/>
              </a:spcAft>
              <a:buNone/>
              <a:defRPr>
                <a:solidFill>
                  <a:srgbClr val="2D3E50"/>
                </a:solidFill>
              </a:defRPr>
            </a:lvl8pPr>
            <a:lvl9pPr lvl="8" rtl="0">
              <a:spcBef>
                <a:spcPts val="0"/>
              </a:spcBef>
              <a:spcAft>
                <a:spcPts val="0"/>
              </a:spcAft>
              <a:buNone/>
              <a:defRPr>
                <a:solidFill>
                  <a:srgbClr val="2D3E50"/>
                </a:solidFill>
              </a:defRPr>
            </a:lvl9pPr>
          </a:lstStyle>
          <a:p/>
        </p:txBody>
      </p:sp>
      <p:pic>
        <p:nvPicPr>
          <p:cNvPr id="1502" name="Google Shape;1502;p160"/>
          <p:cNvPicPr preferRelativeResize="0"/>
          <p:nvPr/>
        </p:nvPicPr>
        <p:blipFill rotWithShape="1">
          <a:blip r:embed="rId2">
            <a:alphaModFix/>
          </a:blip>
          <a:srcRect b="54086" l="2006" r="31575" t="-97"/>
          <a:stretch/>
        </p:blipFill>
        <p:spPr>
          <a:xfrm flipH="1" rot="10800000">
            <a:off x="5924550" y="-1"/>
            <a:ext cx="3219453" cy="2408598"/>
          </a:xfrm>
          <a:prstGeom prst="rect">
            <a:avLst/>
          </a:prstGeom>
          <a:noFill/>
          <a:ln>
            <a:noFill/>
          </a:ln>
        </p:spPr>
      </p:pic>
      <p:pic>
        <p:nvPicPr>
          <p:cNvPr id="1503" name="Google Shape;1503;p160"/>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rved Bar - Right - Grey 1">
  <p:cSld name="BLANK_3_1_1_1_1_2_1_1_1_1_1_1_1_1_1_1_1_1_1_1_1_1_1_1_1_1_1_1_1_1_1_1_1_1_1_1_1_1_1_2_1">
    <p:bg>
      <p:bgPr>
        <a:solidFill>
          <a:srgbClr val="FFFFFF"/>
        </a:solidFill>
      </p:bgPr>
    </p:bg>
    <p:spTree>
      <p:nvGrpSpPr>
        <p:cNvPr id="1504" name="Shape 1504"/>
        <p:cNvGrpSpPr/>
        <p:nvPr/>
      </p:nvGrpSpPr>
      <p:grpSpPr>
        <a:xfrm>
          <a:off x="0" y="0"/>
          <a:ext cx="0" cy="0"/>
          <a:chOff x="0" y="0"/>
          <a:chExt cx="0" cy="0"/>
        </a:xfrm>
      </p:grpSpPr>
      <p:pic>
        <p:nvPicPr>
          <p:cNvPr id="1505" name="Google Shape;1505;p161"/>
          <p:cNvPicPr preferRelativeResize="0"/>
          <p:nvPr/>
        </p:nvPicPr>
        <p:blipFill rotWithShape="1">
          <a:blip r:embed="rId2">
            <a:alphaModFix/>
          </a:blip>
          <a:srcRect b="32570" l="45542" r="5392" t="11411"/>
          <a:stretch/>
        </p:blipFill>
        <p:spPr>
          <a:xfrm flipH="1">
            <a:off x="5184050" y="0"/>
            <a:ext cx="3959951" cy="5143500"/>
          </a:xfrm>
          <a:prstGeom prst="rect">
            <a:avLst/>
          </a:prstGeom>
          <a:noFill/>
          <a:ln>
            <a:noFill/>
          </a:ln>
        </p:spPr>
      </p:pic>
      <p:pic>
        <p:nvPicPr>
          <p:cNvPr id="1506" name="Google Shape;1506;p161"/>
          <p:cNvPicPr preferRelativeResize="0"/>
          <p:nvPr/>
        </p:nvPicPr>
        <p:blipFill>
          <a:blip r:embed="rId3">
            <a:alphaModFix/>
          </a:blip>
          <a:stretch>
            <a:fillRect/>
          </a:stretch>
        </p:blipFill>
        <p:spPr>
          <a:xfrm>
            <a:off x="8440228" y="4420971"/>
            <a:ext cx="585216" cy="624230"/>
          </a:xfrm>
          <a:prstGeom prst="rect">
            <a:avLst/>
          </a:prstGeom>
          <a:noFill/>
          <a:ln>
            <a:noFill/>
          </a:ln>
        </p:spPr>
      </p:pic>
      <p:pic>
        <p:nvPicPr>
          <p:cNvPr id="1507" name="Google Shape;1507;p161"/>
          <p:cNvPicPr preferRelativeResize="0"/>
          <p:nvPr/>
        </p:nvPicPr>
        <p:blipFill rotWithShape="1">
          <a:blip r:embed="rId4">
            <a:alphaModFix/>
          </a:blip>
          <a:srcRect b="0" l="0" r="71777" t="0"/>
          <a:stretch/>
        </p:blipFill>
        <p:spPr>
          <a:xfrm>
            <a:off x="8463488" y="4434050"/>
            <a:ext cx="499574" cy="570450"/>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rved Bar - Light">
  <p:cSld name="BLANK_3_1_1_1_1_2_1_1_1_1_1_1_1_1_1_1_1_1_1_1_1_1_1_1_1_1_1_1_1_1_1_1_1_1_1_1_1">
    <p:bg>
      <p:bgPr>
        <a:solidFill>
          <a:srgbClr val="FFFFFF"/>
        </a:solidFill>
      </p:bgPr>
    </p:bg>
    <p:spTree>
      <p:nvGrpSpPr>
        <p:cNvPr id="1508" name="Shape 1508"/>
        <p:cNvGrpSpPr/>
        <p:nvPr/>
      </p:nvGrpSpPr>
      <p:grpSpPr>
        <a:xfrm>
          <a:off x="0" y="0"/>
          <a:ext cx="0" cy="0"/>
          <a:chOff x="0" y="0"/>
          <a:chExt cx="0" cy="0"/>
        </a:xfrm>
      </p:grpSpPr>
      <p:pic>
        <p:nvPicPr>
          <p:cNvPr id="1509" name="Google Shape;1509;p162"/>
          <p:cNvPicPr preferRelativeResize="0"/>
          <p:nvPr/>
        </p:nvPicPr>
        <p:blipFill rotWithShape="1">
          <a:blip r:embed="rId2">
            <a:alphaModFix/>
          </a:blip>
          <a:srcRect b="0" l="0" r="0" t="51546"/>
          <a:stretch/>
        </p:blipFill>
        <p:spPr>
          <a:xfrm>
            <a:off x="0" y="2651299"/>
            <a:ext cx="9144001" cy="2492147"/>
          </a:xfrm>
          <a:prstGeom prst="rect">
            <a:avLst/>
          </a:prstGeom>
          <a:noFill/>
          <a:ln>
            <a:noFill/>
          </a:ln>
        </p:spPr>
      </p:pic>
      <p:sp>
        <p:nvSpPr>
          <p:cNvPr id="1510" name="Google Shape;1510;p162"/>
          <p:cNvSpPr txBox="1"/>
          <p:nvPr>
            <p:ph type="title"/>
          </p:nvPr>
        </p:nvSpPr>
        <p:spPr>
          <a:xfrm>
            <a:off x="311700" y="368825"/>
            <a:ext cx="8520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rgbClr val="2D3E50"/>
                </a:solidFill>
              </a:defRPr>
            </a:lvl1pPr>
            <a:lvl2pPr lvl="1" rtl="0" algn="ctr">
              <a:spcBef>
                <a:spcPts val="0"/>
              </a:spcBef>
              <a:spcAft>
                <a:spcPts val="0"/>
              </a:spcAft>
              <a:buNone/>
              <a:defRPr>
                <a:solidFill>
                  <a:srgbClr val="2D3E50"/>
                </a:solidFill>
              </a:defRPr>
            </a:lvl2pPr>
            <a:lvl3pPr lvl="2" rtl="0" algn="ctr">
              <a:spcBef>
                <a:spcPts val="0"/>
              </a:spcBef>
              <a:spcAft>
                <a:spcPts val="0"/>
              </a:spcAft>
              <a:buNone/>
              <a:defRPr>
                <a:solidFill>
                  <a:srgbClr val="2D3E50"/>
                </a:solidFill>
              </a:defRPr>
            </a:lvl3pPr>
            <a:lvl4pPr lvl="3" rtl="0" algn="ctr">
              <a:spcBef>
                <a:spcPts val="0"/>
              </a:spcBef>
              <a:spcAft>
                <a:spcPts val="0"/>
              </a:spcAft>
              <a:buNone/>
              <a:defRPr>
                <a:solidFill>
                  <a:srgbClr val="2D3E50"/>
                </a:solidFill>
              </a:defRPr>
            </a:lvl4pPr>
            <a:lvl5pPr lvl="4" rtl="0" algn="ctr">
              <a:spcBef>
                <a:spcPts val="0"/>
              </a:spcBef>
              <a:spcAft>
                <a:spcPts val="0"/>
              </a:spcAft>
              <a:buNone/>
              <a:defRPr>
                <a:solidFill>
                  <a:srgbClr val="2D3E50"/>
                </a:solidFill>
              </a:defRPr>
            </a:lvl5pPr>
            <a:lvl6pPr lvl="5" rtl="0" algn="ctr">
              <a:spcBef>
                <a:spcPts val="0"/>
              </a:spcBef>
              <a:spcAft>
                <a:spcPts val="0"/>
              </a:spcAft>
              <a:buNone/>
              <a:defRPr>
                <a:solidFill>
                  <a:srgbClr val="2D3E50"/>
                </a:solidFill>
              </a:defRPr>
            </a:lvl6pPr>
            <a:lvl7pPr lvl="6" rtl="0" algn="ctr">
              <a:spcBef>
                <a:spcPts val="0"/>
              </a:spcBef>
              <a:spcAft>
                <a:spcPts val="0"/>
              </a:spcAft>
              <a:buNone/>
              <a:defRPr>
                <a:solidFill>
                  <a:srgbClr val="2D3E50"/>
                </a:solidFill>
              </a:defRPr>
            </a:lvl7pPr>
            <a:lvl8pPr lvl="7" rtl="0" algn="ctr">
              <a:spcBef>
                <a:spcPts val="0"/>
              </a:spcBef>
              <a:spcAft>
                <a:spcPts val="0"/>
              </a:spcAft>
              <a:buNone/>
              <a:defRPr>
                <a:solidFill>
                  <a:srgbClr val="2D3E50"/>
                </a:solidFill>
              </a:defRPr>
            </a:lvl8pPr>
            <a:lvl9pPr lvl="8" rtl="0" algn="ctr">
              <a:spcBef>
                <a:spcPts val="0"/>
              </a:spcBef>
              <a:spcAft>
                <a:spcPts val="0"/>
              </a:spcAft>
              <a:buNone/>
              <a:defRPr>
                <a:solidFill>
                  <a:srgbClr val="2D3E50"/>
                </a:solidFill>
              </a:defRPr>
            </a:lvl9pPr>
          </a:lstStyle>
          <a:p/>
        </p:txBody>
      </p:sp>
      <p:pic>
        <p:nvPicPr>
          <p:cNvPr id="1511" name="Google Shape;1511;p162"/>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heme - Content Blue">
  <p:cSld name="BLANK_3_1_1_1_1_2_1_1_1_2">
    <p:bg>
      <p:bgPr>
        <a:solidFill>
          <a:srgbClr val="253342"/>
        </a:solidFill>
      </p:bgPr>
    </p:bg>
    <p:spTree>
      <p:nvGrpSpPr>
        <p:cNvPr id="1512" name="Shape 1512"/>
        <p:cNvGrpSpPr/>
        <p:nvPr/>
      </p:nvGrpSpPr>
      <p:grpSpPr>
        <a:xfrm>
          <a:off x="0" y="0"/>
          <a:ext cx="0" cy="0"/>
          <a:chOff x="0" y="0"/>
          <a:chExt cx="0" cy="0"/>
        </a:xfrm>
      </p:grpSpPr>
      <p:pic>
        <p:nvPicPr>
          <p:cNvPr id="1513" name="Google Shape;1513;p163"/>
          <p:cNvPicPr preferRelativeResize="0"/>
          <p:nvPr/>
        </p:nvPicPr>
        <p:blipFill>
          <a:blip r:embed="rId2">
            <a:alphaModFix/>
          </a:blip>
          <a:stretch>
            <a:fillRect/>
          </a:stretch>
        </p:blipFill>
        <p:spPr>
          <a:xfrm>
            <a:off x="6609004" y="3190730"/>
            <a:ext cx="2541774" cy="1959544"/>
          </a:xfrm>
          <a:prstGeom prst="rect">
            <a:avLst/>
          </a:prstGeom>
          <a:noFill/>
          <a:ln>
            <a:noFill/>
          </a:ln>
        </p:spPr>
      </p:pic>
      <p:sp>
        <p:nvSpPr>
          <p:cNvPr id="1514" name="Google Shape;1514;p163"/>
          <p:cNvSpPr txBox="1"/>
          <p:nvPr>
            <p:ph type="title"/>
          </p:nvPr>
        </p:nvSpPr>
        <p:spPr>
          <a:xfrm>
            <a:off x="518150" y="381489"/>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515" name="Google Shape;1515;p163"/>
          <p:cNvSpPr txBox="1"/>
          <p:nvPr>
            <p:ph idx="2" type="title"/>
          </p:nvPr>
        </p:nvSpPr>
        <p:spPr>
          <a:xfrm>
            <a:off x="549433" y="946083"/>
            <a:ext cx="4451400" cy="3750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600">
                <a:solidFill>
                  <a:schemeClr val="lt1"/>
                </a:solidFill>
              </a:defRPr>
            </a:lvl1pPr>
            <a:lvl2pPr lvl="1" rtl="0">
              <a:spcBef>
                <a:spcPts val="0"/>
              </a:spcBef>
              <a:spcAft>
                <a:spcPts val="0"/>
              </a:spcAft>
              <a:buNone/>
              <a:defRPr sz="1600">
                <a:solidFill>
                  <a:schemeClr val="lt1"/>
                </a:solidFill>
              </a:defRPr>
            </a:lvl2pPr>
            <a:lvl3pPr lvl="2" rtl="0">
              <a:spcBef>
                <a:spcPts val="0"/>
              </a:spcBef>
              <a:spcAft>
                <a:spcPts val="0"/>
              </a:spcAft>
              <a:buNone/>
              <a:defRPr sz="1600">
                <a:solidFill>
                  <a:schemeClr val="lt1"/>
                </a:solidFill>
              </a:defRPr>
            </a:lvl3pPr>
            <a:lvl4pPr lvl="3" rtl="0">
              <a:spcBef>
                <a:spcPts val="0"/>
              </a:spcBef>
              <a:spcAft>
                <a:spcPts val="0"/>
              </a:spcAft>
              <a:buNone/>
              <a:defRPr sz="1600">
                <a:solidFill>
                  <a:schemeClr val="lt1"/>
                </a:solidFill>
              </a:defRPr>
            </a:lvl4pPr>
            <a:lvl5pPr lvl="4" rtl="0">
              <a:spcBef>
                <a:spcPts val="0"/>
              </a:spcBef>
              <a:spcAft>
                <a:spcPts val="0"/>
              </a:spcAft>
              <a:buNone/>
              <a:defRPr sz="1600">
                <a:solidFill>
                  <a:schemeClr val="lt1"/>
                </a:solidFill>
              </a:defRPr>
            </a:lvl5pPr>
            <a:lvl6pPr lvl="5" rtl="0">
              <a:spcBef>
                <a:spcPts val="0"/>
              </a:spcBef>
              <a:spcAft>
                <a:spcPts val="0"/>
              </a:spcAft>
              <a:buNone/>
              <a:defRPr sz="1600">
                <a:solidFill>
                  <a:schemeClr val="lt1"/>
                </a:solidFill>
              </a:defRPr>
            </a:lvl6pPr>
            <a:lvl7pPr lvl="6" rtl="0">
              <a:spcBef>
                <a:spcPts val="0"/>
              </a:spcBef>
              <a:spcAft>
                <a:spcPts val="0"/>
              </a:spcAft>
              <a:buNone/>
              <a:defRPr sz="1600">
                <a:solidFill>
                  <a:schemeClr val="lt1"/>
                </a:solidFill>
              </a:defRPr>
            </a:lvl7pPr>
            <a:lvl8pPr lvl="7" rtl="0">
              <a:spcBef>
                <a:spcPts val="0"/>
              </a:spcBef>
              <a:spcAft>
                <a:spcPts val="0"/>
              </a:spcAft>
              <a:buNone/>
              <a:defRPr sz="1600">
                <a:solidFill>
                  <a:schemeClr val="lt1"/>
                </a:solidFill>
              </a:defRPr>
            </a:lvl8pPr>
            <a:lvl9pPr lvl="8" rtl="0">
              <a:spcBef>
                <a:spcPts val="0"/>
              </a:spcBef>
              <a:spcAft>
                <a:spcPts val="0"/>
              </a:spcAft>
              <a:buNone/>
              <a:defRPr sz="1600">
                <a:solidFill>
                  <a:schemeClr val="lt1"/>
                </a:solidFill>
              </a:defRPr>
            </a:lvl9pPr>
          </a:lstStyle>
          <a:p/>
        </p:txBody>
      </p:sp>
      <p:pic>
        <p:nvPicPr>
          <p:cNvPr id="1516" name="Google Shape;1516;p163"/>
          <p:cNvPicPr preferRelativeResize="0"/>
          <p:nvPr/>
        </p:nvPicPr>
        <p:blipFill>
          <a:blip r:embed="rId3">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ner Blob – Blue – Dark">
  <p:cSld name="BLANK_3_1_1_1_1_2_1_1_1_1_1_1_1_1_1_1_1_1_1_1_1_1_1_1_1_1_2_1_2">
    <p:bg>
      <p:bgPr>
        <a:solidFill>
          <a:srgbClr val="2D3E50"/>
        </a:solidFill>
      </p:bgPr>
    </p:bg>
    <p:spTree>
      <p:nvGrpSpPr>
        <p:cNvPr id="1517" name="Shape 1517"/>
        <p:cNvGrpSpPr/>
        <p:nvPr/>
      </p:nvGrpSpPr>
      <p:grpSpPr>
        <a:xfrm>
          <a:off x="0" y="0"/>
          <a:ext cx="0" cy="0"/>
          <a:chOff x="0" y="0"/>
          <a:chExt cx="0" cy="0"/>
        </a:xfrm>
      </p:grpSpPr>
      <p:sp>
        <p:nvSpPr>
          <p:cNvPr id="1518" name="Google Shape;1518;p164"/>
          <p:cNvSpPr txBox="1"/>
          <p:nvPr>
            <p:ph type="title"/>
          </p:nvPr>
        </p:nvSpPr>
        <p:spPr>
          <a:xfrm>
            <a:off x="584975" y="349214"/>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pic>
        <p:nvPicPr>
          <p:cNvPr id="1519" name="Google Shape;1519;p164"/>
          <p:cNvPicPr preferRelativeResize="0"/>
          <p:nvPr/>
        </p:nvPicPr>
        <p:blipFill rotWithShape="1">
          <a:blip r:embed="rId2">
            <a:alphaModFix/>
          </a:blip>
          <a:srcRect b="12637" l="-28213" r="49757" t="-27211"/>
          <a:stretch/>
        </p:blipFill>
        <p:spPr>
          <a:xfrm rot="-5400000">
            <a:off x="6134100" y="-304800"/>
            <a:ext cx="2705100" cy="3314700"/>
          </a:xfrm>
          <a:prstGeom prst="rect">
            <a:avLst/>
          </a:prstGeom>
          <a:noFill/>
          <a:ln>
            <a:noFill/>
          </a:ln>
        </p:spPr>
      </p:pic>
      <p:pic>
        <p:nvPicPr>
          <p:cNvPr id="1520" name="Google Shape;1520;p164"/>
          <p:cNvPicPr preferRelativeResize="0"/>
          <p:nvPr/>
        </p:nvPicPr>
        <p:blipFill>
          <a:blip r:embed="rId3">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ner Blob – Blue – Light 3">
  <p:cSld name="BLANK_3_1_1_1_1_2_1_1_1_1_1_1_1_1_1_1_1_1_1_1_1_1_1_1_1_1_2_1_5">
    <p:bg>
      <p:bgPr>
        <a:solidFill>
          <a:srgbClr val="FFFFFF"/>
        </a:solidFill>
      </p:bgPr>
    </p:bg>
    <p:spTree>
      <p:nvGrpSpPr>
        <p:cNvPr id="1521" name="Shape 1521"/>
        <p:cNvGrpSpPr/>
        <p:nvPr/>
      </p:nvGrpSpPr>
      <p:grpSpPr>
        <a:xfrm>
          <a:off x="0" y="0"/>
          <a:ext cx="0" cy="0"/>
          <a:chOff x="0" y="0"/>
          <a:chExt cx="0" cy="0"/>
        </a:xfrm>
      </p:grpSpPr>
      <p:sp>
        <p:nvSpPr>
          <p:cNvPr id="1522" name="Google Shape;1522;p165"/>
          <p:cNvSpPr txBox="1"/>
          <p:nvPr>
            <p:ph type="title"/>
          </p:nvPr>
        </p:nvSpPr>
        <p:spPr>
          <a:xfrm>
            <a:off x="584975" y="349214"/>
            <a:ext cx="5013900" cy="6360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2D3E50"/>
                </a:solidFill>
              </a:defRPr>
            </a:lvl1pPr>
            <a:lvl2pPr lvl="1" rtl="0">
              <a:spcBef>
                <a:spcPts val="0"/>
              </a:spcBef>
              <a:spcAft>
                <a:spcPts val="0"/>
              </a:spcAft>
              <a:buNone/>
              <a:defRPr>
                <a:solidFill>
                  <a:srgbClr val="2D3E50"/>
                </a:solidFill>
              </a:defRPr>
            </a:lvl2pPr>
            <a:lvl3pPr lvl="2" rtl="0">
              <a:spcBef>
                <a:spcPts val="0"/>
              </a:spcBef>
              <a:spcAft>
                <a:spcPts val="0"/>
              </a:spcAft>
              <a:buNone/>
              <a:defRPr>
                <a:solidFill>
                  <a:srgbClr val="2D3E50"/>
                </a:solidFill>
              </a:defRPr>
            </a:lvl3pPr>
            <a:lvl4pPr lvl="3" rtl="0">
              <a:spcBef>
                <a:spcPts val="0"/>
              </a:spcBef>
              <a:spcAft>
                <a:spcPts val="0"/>
              </a:spcAft>
              <a:buNone/>
              <a:defRPr>
                <a:solidFill>
                  <a:srgbClr val="2D3E50"/>
                </a:solidFill>
              </a:defRPr>
            </a:lvl4pPr>
            <a:lvl5pPr lvl="4" rtl="0">
              <a:spcBef>
                <a:spcPts val="0"/>
              </a:spcBef>
              <a:spcAft>
                <a:spcPts val="0"/>
              </a:spcAft>
              <a:buNone/>
              <a:defRPr>
                <a:solidFill>
                  <a:srgbClr val="2D3E50"/>
                </a:solidFill>
              </a:defRPr>
            </a:lvl5pPr>
            <a:lvl6pPr lvl="5" rtl="0">
              <a:spcBef>
                <a:spcPts val="0"/>
              </a:spcBef>
              <a:spcAft>
                <a:spcPts val="0"/>
              </a:spcAft>
              <a:buNone/>
              <a:defRPr>
                <a:solidFill>
                  <a:srgbClr val="2D3E50"/>
                </a:solidFill>
              </a:defRPr>
            </a:lvl6pPr>
            <a:lvl7pPr lvl="6" rtl="0">
              <a:spcBef>
                <a:spcPts val="0"/>
              </a:spcBef>
              <a:spcAft>
                <a:spcPts val="0"/>
              </a:spcAft>
              <a:buNone/>
              <a:defRPr>
                <a:solidFill>
                  <a:srgbClr val="2D3E50"/>
                </a:solidFill>
              </a:defRPr>
            </a:lvl7pPr>
            <a:lvl8pPr lvl="7" rtl="0">
              <a:spcBef>
                <a:spcPts val="0"/>
              </a:spcBef>
              <a:spcAft>
                <a:spcPts val="0"/>
              </a:spcAft>
              <a:buNone/>
              <a:defRPr>
                <a:solidFill>
                  <a:srgbClr val="2D3E50"/>
                </a:solidFill>
              </a:defRPr>
            </a:lvl8pPr>
            <a:lvl9pPr lvl="8" rtl="0">
              <a:spcBef>
                <a:spcPts val="0"/>
              </a:spcBef>
              <a:spcAft>
                <a:spcPts val="0"/>
              </a:spcAft>
              <a:buNone/>
              <a:defRPr>
                <a:solidFill>
                  <a:srgbClr val="2D3E50"/>
                </a:solidFill>
              </a:defRPr>
            </a:lvl9pPr>
          </a:lstStyle>
          <a:p/>
        </p:txBody>
      </p:sp>
      <p:pic>
        <p:nvPicPr>
          <p:cNvPr id="1523" name="Google Shape;1523;p165"/>
          <p:cNvPicPr preferRelativeResize="0"/>
          <p:nvPr/>
        </p:nvPicPr>
        <p:blipFill rotWithShape="1">
          <a:blip r:embed="rId2">
            <a:alphaModFix/>
          </a:blip>
          <a:srcRect b="12637" l="-28213" r="49757" t="-27211"/>
          <a:stretch/>
        </p:blipFill>
        <p:spPr>
          <a:xfrm rot="-5400000">
            <a:off x="6134100" y="-304800"/>
            <a:ext cx="2705100" cy="3314700"/>
          </a:xfrm>
          <a:prstGeom prst="rect">
            <a:avLst/>
          </a:prstGeom>
          <a:noFill/>
          <a:ln>
            <a:noFill/>
          </a:ln>
        </p:spPr>
      </p:pic>
      <p:pic>
        <p:nvPicPr>
          <p:cNvPr id="1524" name="Google Shape;1524;p165"/>
          <p:cNvPicPr preferRelativeResize="0"/>
          <p:nvPr/>
        </p:nvPicPr>
        <p:blipFill>
          <a:blip r:embed="rId3">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logo 1">
  <p:cSld name="BLANK_1_4">
    <p:spTree>
      <p:nvGrpSpPr>
        <p:cNvPr id="1525" name="Shape 1525"/>
        <p:cNvGrpSpPr/>
        <p:nvPr/>
      </p:nvGrpSpPr>
      <p:grpSpPr>
        <a:xfrm>
          <a:off x="0" y="0"/>
          <a:ext cx="0" cy="0"/>
          <a:chOff x="0" y="0"/>
          <a:chExt cx="0" cy="0"/>
        </a:xfrm>
      </p:grpSpPr>
      <p:sp>
        <p:nvSpPr>
          <p:cNvPr id="1526" name="Google Shape;1526;p1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rketing Hub Pro&amp;Below: Title with top bar 3 2">
  <p:cSld name="CUSTOM_5_1_4">
    <p:spTree>
      <p:nvGrpSpPr>
        <p:cNvPr id="1527" name="Shape 1527"/>
        <p:cNvGrpSpPr/>
        <p:nvPr/>
      </p:nvGrpSpPr>
      <p:grpSpPr>
        <a:xfrm>
          <a:off x="0" y="0"/>
          <a:ext cx="0" cy="0"/>
          <a:chOff x="0" y="0"/>
          <a:chExt cx="0" cy="0"/>
        </a:xfrm>
      </p:grpSpPr>
      <p:sp>
        <p:nvSpPr>
          <p:cNvPr id="1528" name="Google Shape;1528;p167"/>
          <p:cNvSpPr/>
          <p:nvPr/>
        </p:nvSpPr>
        <p:spPr>
          <a:xfrm>
            <a:off x="0" y="0"/>
            <a:ext cx="9144000" cy="1826180"/>
          </a:xfrm>
          <a:custGeom>
            <a:rect b="b" l="l" r="r" t="t"/>
            <a:pathLst>
              <a:path extrusionOk="0" h="2434907" w="12192000">
                <a:moveTo>
                  <a:pt x="0" y="0"/>
                </a:moveTo>
                <a:lnTo>
                  <a:pt x="12192000" y="0"/>
                </a:lnTo>
                <a:lnTo>
                  <a:pt x="12192000" y="2434908"/>
                </a:lnTo>
                <a:lnTo>
                  <a:pt x="0" y="2434908"/>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9" name="Google Shape;1529;p167"/>
          <p:cNvSpPr/>
          <p:nvPr/>
        </p:nvSpPr>
        <p:spPr>
          <a:xfrm>
            <a:off x="5653988" y="0"/>
            <a:ext cx="3490012" cy="1826324"/>
          </a:xfrm>
          <a:custGeom>
            <a:rect b="b" l="l" r="r" t="t"/>
            <a:pathLst>
              <a:path extrusionOk="0" h="2435098" w="4653349">
                <a:moveTo>
                  <a:pt x="4653351" y="0"/>
                </a:moveTo>
                <a:lnTo>
                  <a:pt x="4653351" y="1006348"/>
                </a:lnTo>
                <a:cubicBezTo>
                  <a:pt x="3866903" y="1009269"/>
                  <a:pt x="3230189" y="1647698"/>
                  <a:pt x="3230189" y="2435098"/>
                </a:cubicBezTo>
                <a:lnTo>
                  <a:pt x="7" y="2435098"/>
                </a:lnTo>
                <a:cubicBezTo>
                  <a:pt x="-1390" y="1575486"/>
                  <a:pt x="236164" y="732403"/>
                  <a:pt x="686188"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0" name="Google Shape;1530;p167"/>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1531" name="Google Shape;1531;p167"/>
          <p:cNvSpPr txBox="1"/>
          <p:nvPr/>
        </p:nvSpPr>
        <p:spPr>
          <a:xfrm>
            <a:off x="6626075" y="4829300"/>
            <a:ext cx="24603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100">
                <a:latin typeface="Lexend Deca"/>
                <a:ea typeface="Lexend Deca"/>
                <a:cs typeface="Lexend Deca"/>
                <a:sym typeface="Lexend Deca"/>
              </a:rPr>
              <a:t>GPG</a:t>
            </a:r>
            <a:endParaRPr b="1" sz="1100">
              <a:latin typeface="Lexend Deca"/>
              <a:ea typeface="Lexend Deca"/>
              <a:cs typeface="Lexend Deca"/>
              <a:sym typeface="Lexend Deca"/>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3">
  <p:cSld name="BLANK_3">
    <p:spTree>
      <p:nvGrpSpPr>
        <p:cNvPr id="1532" name="Shape 1532"/>
        <p:cNvGrpSpPr/>
        <p:nvPr/>
      </p:nvGrpSpPr>
      <p:grpSpPr>
        <a:xfrm>
          <a:off x="0" y="0"/>
          <a:ext cx="0" cy="0"/>
          <a:chOff x="0" y="0"/>
          <a:chExt cx="0" cy="0"/>
        </a:xfrm>
      </p:grpSpPr>
      <p:sp>
        <p:nvSpPr>
          <p:cNvPr id="1533" name="Google Shape;1533;p1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w/ Left Aligned Header Dark">
  <p:cSld name="BLANK_1_1_1_1">
    <p:bg>
      <p:bgPr>
        <a:solidFill>
          <a:srgbClr val="33475B"/>
        </a:solidFill>
      </p:bgPr>
    </p:bg>
    <p:spTree>
      <p:nvGrpSpPr>
        <p:cNvPr id="1534" name="Shape 1534"/>
        <p:cNvGrpSpPr/>
        <p:nvPr/>
      </p:nvGrpSpPr>
      <p:grpSpPr>
        <a:xfrm>
          <a:off x="0" y="0"/>
          <a:ext cx="0" cy="0"/>
          <a:chOff x="0" y="0"/>
          <a:chExt cx="0" cy="0"/>
        </a:xfrm>
      </p:grpSpPr>
      <p:sp>
        <p:nvSpPr>
          <p:cNvPr id="1535" name="Google Shape;1535;p169"/>
          <p:cNvSpPr txBox="1"/>
          <p:nvPr>
            <p:ph type="title"/>
          </p:nvPr>
        </p:nvSpPr>
        <p:spPr>
          <a:xfrm>
            <a:off x="545619" y="213361"/>
            <a:ext cx="5013900" cy="5211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p:txBody>
      </p:sp>
      <p:pic>
        <p:nvPicPr>
          <p:cNvPr id="1536" name="Google Shape;1536;p169"/>
          <p:cNvPicPr preferRelativeResize="0"/>
          <p:nvPr/>
        </p:nvPicPr>
        <p:blipFill>
          <a:blip r:embed="rId2">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Center Header - Dark 1">
  <p:cSld name="BLANK_1_1_1_1_1_1_2">
    <p:bg>
      <p:bgPr>
        <a:solidFill>
          <a:srgbClr val="2D3E50"/>
        </a:solidFill>
      </p:bgPr>
    </p:bg>
    <p:spTree>
      <p:nvGrpSpPr>
        <p:cNvPr id="1537" name="Shape 1537"/>
        <p:cNvGrpSpPr/>
        <p:nvPr/>
      </p:nvGrpSpPr>
      <p:grpSpPr>
        <a:xfrm>
          <a:off x="0" y="0"/>
          <a:ext cx="0" cy="0"/>
          <a:chOff x="0" y="0"/>
          <a:chExt cx="0" cy="0"/>
        </a:xfrm>
      </p:grpSpPr>
      <p:sp>
        <p:nvSpPr>
          <p:cNvPr id="1538" name="Google Shape;1538;p170"/>
          <p:cNvSpPr txBox="1"/>
          <p:nvPr>
            <p:ph type="title"/>
          </p:nvPr>
        </p:nvSpPr>
        <p:spPr>
          <a:xfrm>
            <a:off x="2065044" y="213361"/>
            <a:ext cx="5013900" cy="52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rgbClr val="FFFFFF"/>
                </a:solidFill>
              </a:defRPr>
            </a:lvl1pPr>
            <a:lvl2pPr lvl="1" rtl="0" algn="ctr">
              <a:spcBef>
                <a:spcPts val="0"/>
              </a:spcBef>
              <a:spcAft>
                <a:spcPts val="0"/>
              </a:spcAft>
              <a:buNone/>
              <a:defRPr>
                <a:solidFill>
                  <a:srgbClr val="FFFFFF"/>
                </a:solidFill>
              </a:defRPr>
            </a:lvl2pPr>
            <a:lvl3pPr lvl="2" rtl="0" algn="ctr">
              <a:spcBef>
                <a:spcPts val="0"/>
              </a:spcBef>
              <a:spcAft>
                <a:spcPts val="0"/>
              </a:spcAft>
              <a:buNone/>
              <a:defRPr>
                <a:solidFill>
                  <a:srgbClr val="FFFFFF"/>
                </a:solidFill>
              </a:defRPr>
            </a:lvl3pPr>
            <a:lvl4pPr lvl="3" rtl="0" algn="ctr">
              <a:spcBef>
                <a:spcPts val="0"/>
              </a:spcBef>
              <a:spcAft>
                <a:spcPts val="0"/>
              </a:spcAft>
              <a:buNone/>
              <a:defRPr>
                <a:solidFill>
                  <a:srgbClr val="FFFFFF"/>
                </a:solidFill>
              </a:defRPr>
            </a:lvl4pPr>
            <a:lvl5pPr lvl="4" rtl="0" algn="ctr">
              <a:spcBef>
                <a:spcPts val="0"/>
              </a:spcBef>
              <a:spcAft>
                <a:spcPts val="0"/>
              </a:spcAft>
              <a:buNone/>
              <a:defRPr>
                <a:solidFill>
                  <a:srgbClr val="FFFFFF"/>
                </a:solidFill>
              </a:defRPr>
            </a:lvl5pPr>
            <a:lvl6pPr lvl="5" rtl="0" algn="ctr">
              <a:spcBef>
                <a:spcPts val="0"/>
              </a:spcBef>
              <a:spcAft>
                <a:spcPts val="0"/>
              </a:spcAft>
              <a:buNone/>
              <a:defRPr>
                <a:solidFill>
                  <a:srgbClr val="FFFFFF"/>
                </a:solidFill>
              </a:defRPr>
            </a:lvl6pPr>
            <a:lvl7pPr lvl="6" rtl="0" algn="ctr">
              <a:spcBef>
                <a:spcPts val="0"/>
              </a:spcBef>
              <a:spcAft>
                <a:spcPts val="0"/>
              </a:spcAft>
              <a:buNone/>
              <a:defRPr>
                <a:solidFill>
                  <a:srgbClr val="FFFFFF"/>
                </a:solidFill>
              </a:defRPr>
            </a:lvl7pPr>
            <a:lvl8pPr lvl="7" rtl="0" algn="ctr">
              <a:spcBef>
                <a:spcPts val="0"/>
              </a:spcBef>
              <a:spcAft>
                <a:spcPts val="0"/>
              </a:spcAft>
              <a:buNone/>
              <a:defRPr>
                <a:solidFill>
                  <a:srgbClr val="FFFFFF"/>
                </a:solidFill>
              </a:defRPr>
            </a:lvl8pPr>
            <a:lvl9pPr lvl="8" rtl="0" algn="ctr">
              <a:spcBef>
                <a:spcPts val="0"/>
              </a:spcBef>
              <a:spcAft>
                <a:spcPts val="0"/>
              </a:spcAft>
              <a:buNone/>
              <a:defRPr>
                <a:solidFill>
                  <a:srgbClr val="FFFFFF"/>
                </a:solidFill>
              </a:defRPr>
            </a:lvl9pPr>
          </a:lstStyle>
          <a:p/>
        </p:txBody>
      </p:sp>
      <p:pic>
        <p:nvPicPr>
          <p:cNvPr id="1539" name="Google Shape;1539;p170"/>
          <p:cNvPicPr preferRelativeResize="0"/>
          <p:nvPr/>
        </p:nvPicPr>
        <p:blipFill>
          <a:blip r:embed="rId2">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Center Header - Dark">
  <p:cSld name="BLANK_1_1_1_1_1">
    <p:bg>
      <p:bgPr>
        <a:solidFill>
          <a:srgbClr val="2D3E50"/>
        </a:solidFill>
      </p:bgPr>
    </p:bg>
    <p:spTree>
      <p:nvGrpSpPr>
        <p:cNvPr id="1540" name="Shape 1540"/>
        <p:cNvGrpSpPr/>
        <p:nvPr/>
      </p:nvGrpSpPr>
      <p:grpSpPr>
        <a:xfrm>
          <a:off x="0" y="0"/>
          <a:ext cx="0" cy="0"/>
          <a:chOff x="0" y="0"/>
          <a:chExt cx="0" cy="0"/>
        </a:xfrm>
      </p:grpSpPr>
      <p:sp>
        <p:nvSpPr>
          <p:cNvPr id="1541" name="Google Shape;1541;p171"/>
          <p:cNvSpPr txBox="1"/>
          <p:nvPr>
            <p:ph type="title"/>
          </p:nvPr>
        </p:nvSpPr>
        <p:spPr>
          <a:xfrm>
            <a:off x="2065044" y="213361"/>
            <a:ext cx="5013900" cy="52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rgbClr val="FFFFFF"/>
                </a:solidFill>
              </a:defRPr>
            </a:lvl1pPr>
            <a:lvl2pPr lvl="1" rtl="0" algn="ctr">
              <a:spcBef>
                <a:spcPts val="0"/>
              </a:spcBef>
              <a:spcAft>
                <a:spcPts val="0"/>
              </a:spcAft>
              <a:buNone/>
              <a:defRPr>
                <a:solidFill>
                  <a:srgbClr val="FFFFFF"/>
                </a:solidFill>
              </a:defRPr>
            </a:lvl2pPr>
            <a:lvl3pPr lvl="2" rtl="0" algn="ctr">
              <a:spcBef>
                <a:spcPts val="0"/>
              </a:spcBef>
              <a:spcAft>
                <a:spcPts val="0"/>
              </a:spcAft>
              <a:buNone/>
              <a:defRPr>
                <a:solidFill>
                  <a:srgbClr val="FFFFFF"/>
                </a:solidFill>
              </a:defRPr>
            </a:lvl3pPr>
            <a:lvl4pPr lvl="3" rtl="0" algn="ctr">
              <a:spcBef>
                <a:spcPts val="0"/>
              </a:spcBef>
              <a:spcAft>
                <a:spcPts val="0"/>
              </a:spcAft>
              <a:buNone/>
              <a:defRPr>
                <a:solidFill>
                  <a:srgbClr val="FFFFFF"/>
                </a:solidFill>
              </a:defRPr>
            </a:lvl4pPr>
            <a:lvl5pPr lvl="4" rtl="0" algn="ctr">
              <a:spcBef>
                <a:spcPts val="0"/>
              </a:spcBef>
              <a:spcAft>
                <a:spcPts val="0"/>
              </a:spcAft>
              <a:buNone/>
              <a:defRPr>
                <a:solidFill>
                  <a:srgbClr val="FFFFFF"/>
                </a:solidFill>
              </a:defRPr>
            </a:lvl5pPr>
            <a:lvl6pPr lvl="5" rtl="0" algn="ctr">
              <a:spcBef>
                <a:spcPts val="0"/>
              </a:spcBef>
              <a:spcAft>
                <a:spcPts val="0"/>
              </a:spcAft>
              <a:buNone/>
              <a:defRPr>
                <a:solidFill>
                  <a:srgbClr val="FFFFFF"/>
                </a:solidFill>
              </a:defRPr>
            </a:lvl6pPr>
            <a:lvl7pPr lvl="6" rtl="0" algn="ctr">
              <a:spcBef>
                <a:spcPts val="0"/>
              </a:spcBef>
              <a:spcAft>
                <a:spcPts val="0"/>
              </a:spcAft>
              <a:buNone/>
              <a:defRPr>
                <a:solidFill>
                  <a:srgbClr val="FFFFFF"/>
                </a:solidFill>
              </a:defRPr>
            </a:lvl7pPr>
            <a:lvl8pPr lvl="7" rtl="0" algn="ctr">
              <a:spcBef>
                <a:spcPts val="0"/>
              </a:spcBef>
              <a:spcAft>
                <a:spcPts val="0"/>
              </a:spcAft>
              <a:buNone/>
              <a:defRPr>
                <a:solidFill>
                  <a:srgbClr val="FFFFFF"/>
                </a:solidFill>
              </a:defRPr>
            </a:lvl8pPr>
            <a:lvl9pPr lvl="8" rtl="0" algn="ctr">
              <a:spcBef>
                <a:spcPts val="0"/>
              </a:spcBef>
              <a:spcAft>
                <a:spcPts val="0"/>
              </a:spcAft>
              <a:buNone/>
              <a:defRPr>
                <a:solidFill>
                  <a:srgbClr val="FFFFFF"/>
                </a:solidFill>
              </a:defRPr>
            </a:lvl9pPr>
          </a:lstStyle>
          <a:p/>
        </p:txBody>
      </p:sp>
      <p:pic>
        <p:nvPicPr>
          <p:cNvPr id="1542" name="Google Shape;1542;p171"/>
          <p:cNvPicPr preferRelativeResize="0"/>
          <p:nvPr/>
        </p:nvPicPr>
        <p:blipFill>
          <a:blip r:embed="rId2">
            <a:alphaModFix/>
          </a:blip>
          <a:stretch>
            <a:fillRect/>
          </a:stretch>
        </p:blipFill>
        <p:spPr>
          <a:xfrm>
            <a:off x="8440228" y="4420971"/>
            <a:ext cx="585216" cy="624230"/>
          </a:xfrm>
          <a:prstGeom prst="rect">
            <a:avLst/>
          </a:prstGeom>
          <a:noFill/>
          <a:ln>
            <a:noFill/>
          </a:ln>
        </p:spPr>
      </p:pic>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_4_1">
    <p:spTree>
      <p:nvGrpSpPr>
        <p:cNvPr id="1543" name="Shape 1543"/>
        <p:cNvGrpSpPr/>
        <p:nvPr/>
      </p:nvGrpSpPr>
      <p:grpSpPr>
        <a:xfrm>
          <a:off x="0" y="0"/>
          <a:ext cx="0" cy="0"/>
          <a:chOff x="0" y="0"/>
          <a:chExt cx="0" cy="0"/>
        </a:xfrm>
      </p:grpSpPr>
      <p:sp>
        <p:nvSpPr>
          <p:cNvPr id="1544" name="Google Shape;1544;p1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 Logo 2">
  <p:cSld name="BLANK_1_2_3">
    <p:bg>
      <p:bgPr>
        <a:solidFill>
          <a:srgbClr val="FFFFFF"/>
        </a:solidFill>
      </p:bgPr>
    </p:bg>
    <p:spTree>
      <p:nvGrpSpPr>
        <p:cNvPr id="1545" name="Shape 1545"/>
        <p:cNvGrpSpPr/>
        <p:nvPr/>
      </p:nvGrpSpPr>
      <p:grpSpPr>
        <a:xfrm>
          <a:off x="0" y="0"/>
          <a:ext cx="0" cy="0"/>
          <a:chOff x="0" y="0"/>
          <a:chExt cx="0" cy="0"/>
        </a:xfrm>
      </p:grpSpPr>
      <p:pic>
        <p:nvPicPr>
          <p:cNvPr id="1546" name="Google Shape;1546;p173"/>
          <p:cNvPicPr preferRelativeResize="0"/>
          <p:nvPr/>
        </p:nvPicPr>
        <p:blipFill>
          <a:blip r:embed="rId2">
            <a:alphaModFix/>
          </a:blip>
          <a:stretch>
            <a:fillRect/>
          </a:stretch>
        </p:blipFill>
        <p:spPr>
          <a:xfrm>
            <a:off x="8441728" y="4422125"/>
            <a:ext cx="585216" cy="614477"/>
          </a:xfrm>
          <a:prstGeom prst="rect">
            <a:avLst/>
          </a:prstGeom>
          <a:noFill/>
          <a:ln>
            <a:noFill/>
          </a:ln>
        </p:spPr>
      </p:pic>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2 1">
  <p:cSld name="CUSTOM_1_1_1_1_1_1_2_1_1_2_2">
    <p:bg>
      <p:bgPr>
        <a:solidFill>
          <a:srgbClr val="FCEAD7"/>
        </a:solidFill>
      </p:bgPr>
    </p:bg>
    <p:spTree>
      <p:nvGrpSpPr>
        <p:cNvPr id="1547" name="Shape 1547"/>
        <p:cNvGrpSpPr/>
        <p:nvPr/>
      </p:nvGrpSpPr>
      <p:grpSpPr>
        <a:xfrm>
          <a:off x="0" y="0"/>
          <a:ext cx="0" cy="0"/>
          <a:chOff x="0" y="0"/>
          <a:chExt cx="0" cy="0"/>
        </a:xfrm>
      </p:grpSpPr>
      <p:sp>
        <p:nvSpPr>
          <p:cNvPr id="1548" name="Google Shape;1548;p174"/>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9" name="Google Shape;1549;p174"/>
          <p:cNvGrpSpPr/>
          <p:nvPr/>
        </p:nvGrpSpPr>
        <p:grpSpPr>
          <a:xfrm>
            <a:off x="8247715" y="4884429"/>
            <a:ext cx="648372" cy="183782"/>
            <a:chOff x="12596224" y="4969749"/>
            <a:chExt cx="2253641" cy="638797"/>
          </a:xfrm>
        </p:grpSpPr>
        <p:sp>
          <p:nvSpPr>
            <p:cNvPr id="1550" name="Google Shape;1550;p17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51" name="Google Shape;1551;p17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1552" name="Google Shape;1552;p174"/>
          <p:cNvSpPr txBox="1"/>
          <p:nvPr>
            <p:ph type="title"/>
          </p:nvPr>
        </p:nvSpPr>
        <p:spPr>
          <a:xfrm>
            <a:off x="428625" y="377375"/>
            <a:ext cx="8178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1400"/>
              <a:buNone/>
              <a:defRPr b="0" i="0" sz="2200">
                <a:solidFill>
                  <a:schemeClr val="dk1"/>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1400"/>
              <a:buNone/>
              <a:defRPr sz="2200"/>
            </a:lvl2pPr>
            <a:lvl3pPr lvl="2" rtl="0" algn="l">
              <a:lnSpc>
                <a:spcPct val="100000"/>
              </a:lnSpc>
              <a:spcBef>
                <a:spcPts val="0"/>
              </a:spcBef>
              <a:spcAft>
                <a:spcPts val="0"/>
              </a:spcAft>
              <a:buSzPts val="1400"/>
              <a:buNone/>
              <a:defRPr sz="2200"/>
            </a:lvl3pPr>
            <a:lvl4pPr lvl="3" rtl="0" algn="l">
              <a:lnSpc>
                <a:spcPct val="100000"/>
              </a:lnSpc>
              <a:spcBef>
                <a:spcPts val="0"/>
              </a:spcBef>
              <a:spcAft>
                <a:spcPts val="0"/>
              </a:spcAft>
              <a:buSzPts val="1400"/>
              <a:buNone/>
              <a:defRPr sz="2200"/>
            </a:lvl4pPr>
            <a:lvl5pPr lvl="4" rtl="0" algn="l">
              <a:lnSpc>
                <a:spcPct val="100000"/>
              </a:lnSpc>
              <a:spcBef>
                <a:spcPts val="0"/>
              </a:spcBef>
              <a:spcAft>
                <a:spcPts val="0"/>
              </a:spcAft>
              <a:buSzPts val="1400"/>
              <a:buNone/>
              <a:defRPr sz="2200"/>
            </a:lvl5pPr>
            <a:lvl6pPr lvl="5" rtl="0" algn="l">
              <a:lnSpc>
                <a:spcPct val="100000"/>
              </a:lnSpc>
              <a:spcBef>
                <a:spcPts val="0"/>
              </a:spcBef>
              <a:spcAft>
                <a:spcPts val="0"/>
              </a:spcAft>
              <a:buSzPts val="1400"/>
              <a:buNone/>
              <a:defRPr sz="2200"/>
            </a:lvl6pPr>
            <a:lvl7pPr lvl="6" rtl="0" algn="l">
              <a:lnSpc>
                <a:spcPct val="100000"/>
              </a:lnSpc>
              <a:spcBef>
                <a:spcPts val="0"/>
              </a:spcBef>
              <a:spcAft>
                <a:spcPts val="0"/>
              </a:spcAft>
              <a:buSzPts val="1400"/>
              <a:buNone/>
              <a:defRPr sz="2200"/>
            </a:lvl7pPr>
            <a:lvl8pPr lvl="7" rtl="0" algn="l">
              <a:lnSpc>
                <a:spcPct val="100000"/>
              </a:lnSpc>
              <a:spcBef>
                <a:spcPts val="0"/>
              </a:spcBef>
              <a:spcAft>
                <a:spcPts val="0"/>
              </a:spcAft>
              <a:buSzPts val="1400"/>
              <a:buNone/>
              <a:defRPr sz="2200"/>
            </a:lvl8pPr>
            <a:lvl9pPr lvl="8" rtl="0" algn="l">
              <a:lnSpc>
                <a:spcPct val="100000"/>
              </a:lnSpc>
              <a:spcBef>
                <a:spcPts val="0"/>
              </a:spcBef>
              <a:spcAft>
                <a:spcPts val="0"/>
              </a:spcAft>
              <a:buSzPts val="1400"/>
              <a:buNone/>
              <a:defRPr sz="2200"/>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2 2">
  <p:cSld name="CUSTOM_1_1_1_1_1_1_2_1_1_2_3">
    <p:bg>
      <p:bgPr>
        <a:solidFill>
          <a:srgbClr val="FCEAD7"/>
        </a:solidFill>
      </p:bgPr>
    </p:bg>
    <p:spTree>
      <p:nvGrpSpPr>
        <p:cNvPr id="1553" name="Shape 1553"/>
        <p:cNvGrpSpPr/>
        <p:nvPr/>
      </p:nvGrpSpPr>
      <p:grpSpPr>
        <a:xfrm>
          <a:off x="0" y="0"/>
          <a:ext cx="0" cy="0"/>
          <a:chOff x="0" y="0"/>
          <a:chExt cx="0" cy="0"/>
        </a:xfrm>
      </p:grpSpPr>
      <p:sp>
        <p:nvSpPr>
          <p:cNvPr id="1554" name="Google Shape;1554;p175"/>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5" name="Google Shape;1555;p175"/>
          <p:cNvGrpSpPr/>
          <p:nvPr/>
        </p:nvGrpSpPr>
        <p:grpSpPr>
          <a:xfrm>
            <a:off x="8247715" y="4884429"/>
            <a:ext cx="648372" cy="183782"/>
            <a:chOff x="12596224" y="4969749"/>
            <a:chExt cx="2253641" cy="638797"/>
          </a:xfrm>
        </p:grpSpPr>
        <p:sp>
          <p:nvSpPr>
            <p:cNvPr id="1556" name="Google Shape;1556;p17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57" name="Google Shape;1557;p17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1558" name="Google Shape;1558;p175"/>
          <p:cNvSpPr txBox="1"/>
          <p:nvPr>
            <p:ph type="title"/>
          </p:nvPr>
        </p:nvSpPr>
        <p:spPr>
          <a:xfrm>
            <a:off x="428625" y="377375"/>
            <a:ext cx="8178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1400"/>
              <a:buNone/>
              <a:defRPr b="0" i="0" sz="2200">
                <a:solidFill>
                  <a:schemeClr val="dk1"/>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1400"/>
              <a:buNone/>
              <a:defRPr sz="2200"/>
            </a:lvl2pPr>
            <a:lvl3pPr lvl="2" rtl="0" algn="l">
              <a:lnSpc>
                <a:spcPct val="100000"/>
              </a:lnSpc>
              <a:spcBef>
                <a:spcPts val="0"/>
              </a:spcBef>
              <a:spcAft>
                <a:spcPts val="0"/>
              </a:spcAft>
              <a:buSzPts val="1400"/>
              <a:buNone/>
              <a:defRPr sz="2200"/>
            </a:lvl3pPr>
            <a:lvl4pPr lvl="3" rtl="0" algn="l">
              <a:lnSpc>
                <a:spcPct val="100000"/>
              </a:lnSpc>
              <a:spcBef>
                <a:spcPts val="0"/>
              </a:spcBef>
              <a:spcAft>
                <a:spcPts val="0"/>
              </a:spcAft>
              <a:buSzPts val="1400"/>
              <a:buNone/>
              <a:defRPr sz="2200"/>
            </a:lvl4pPr>
            <a:lvl5pPr lvl="4" rtl="0" algn="l">
              <a:lnSpc>
                <a:spcPct val="100000"/>
              </a:lnSpc>
              <a:spcBef>
                <a:spcPts val="0"/>
              </a:spcBef>
              <a:spcAft>
                <a:spcPts val="0"/>
              </a:spcAft>
              <a:buSzPts val="1400"/>
              <a:buNone/>
              <a:defRPr sz="2200"/>
            </a:lvl5pPr>
            <a:lvl6pPr lvl="5" rtl="0" algn="l">
              <a:lnSpc>
                <a:spcPct val="100000"/>
              </a:lnSpc>
              <a:spcBef>
                <a:spcPts val="0"/>
              </a:spcBef>
              <a:spcAft>
                <a:spcPts val="0"/>
              </a:spcAft>
              <a:buSzPts val="1400"/>
              <a:buNone/>
              <a:defRPr sz="2200"/>
            </a:lvl6pPr>
            <a:lvl7pPr lvl="6" rtl="0" algn="l">
              <a:lnSpc>
                <a:spcPct val="100000"/>
              </a:lnSpc>
              <a:spcBef>
                <a:spcPts val="0"/>
              </a:spcBef>
              <a:spcAft>
                <a:spcPts val="0"/>
              </a:spcAft>
              <a:buSzPts val="1400"/>
              <a:buNone/>
              <a:defRPr sz="2200"/>
            </a:lvl7pPr>
            <a:lvl8pPr lvl="7" rtl="0" algn="l">
              <a:lnSpc>
                <a:spcPct val="100000"/>
              </a:lnSpc>
              <a:spcBef>
                <a:spcPts val="0"/>
              </a:spcBef>
              <a:spcAft>
                <a:spcPts val="0"/>
              </a:spcAft>
              <a:buSzPts val="1400"/>
              <a:buNone/>
              <a:defRPr sz="2200"/>
            </a:lvl8pPr>
            <a:lvl9pPr lvl="8" rtl="0" algn="l">
              <a:lnSpc>
                <a:spcPct val="100000"/>
              </a:lnSpc>
              <a:spcBef>
                <a:spcPts val="0"/>
              </a:spcBef>
              <a:spcAft>
                <a:spcPts val="0"/>
              </a:spcAft>
              <a:buSzPts val="1400"/>
              <a:buNone/>
              <a:defRPr sz="2200"/>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2 3">
  <p:cSld name="CUSTOM_1_1_1_1_1_1_2_1_1_2_4">
    <p:bg>
      <p:bgPr>
        <a:solidFill>
          <a:srgbClr val="FCEAD7"/>
        </a:solidFill>
      </p:bgPr>
    </p:bg>
    <p:spTree>
      <p:nvGrpSpPr>
        <p:cNvPr id="1559" name="Shape 1559"/>
        <p:cNvGrpSpPr/>
        <p:nvPr/>
      </p:nvGrpSpPr>
      <p:grpSpPr>
        <a:xfrm>
          <a:off x="0" y="0"/>
          <a:ext cx="0" cy="0"/>
          <a:chOff x="0" y="0"/>
          <a:chExt cx="0" cy="0"/>
        </a:xfrm>
      </p:grpSpPr>
      <p:sp>
        <p:nvSpPr>
          <p:cNvPr id="1560" name="Google Shape;1560;p176"/>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1" name="Google Shape;1561;p176"/>
          <p:cNvGrpSpPr/>
          <p:nvPr/>
        </p:nvGrpSpPr>
        <p:grpSpPr>
          <a:xfrm>
            <a:off x="8247715" y="4884429"/>
            <a:ext cx="648372" cy="183782"/>
            <a:chOff x="12596224" y="4969749"/>
            <a:chExt cx="2253641" cy="638797"/>
          </a:xfrm>
        </p:grpSpPr>
        <p:sp>
          <p:nvSpPr>
            <p:cNvPr id="1562" name="Google Shape;1562;p17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63" name="Google Shape;1563;p17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1564" name="Google Shape;1564;p176"/>
          <p:cNvSpPr txBox="1"/>
          <p:nvPr>
            <p:ph type="title"/>
          </p:nvPr>
        </p:nvSpPr>
        <p:spPr>
          <a:xfrm>
            <a:off x="428625" y="377375"/>
            <a:ext cx="8178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1400"/>
              <a:buNone/>
              <a:defRPr b="0" i="0" sz="2200">
                <a:solidFill>
                  <a:schemeClr val="dk1"/>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1400"/>
              <a:buNone/>
              <a:defRPr sz="2200"/>
            </a:lvl2pPr>
            <a:lvl3pPr lvl="2" rtl="0" algn="l">
              <a:lnSpc>
                <a:spcPct val="100000"/>
              </a:lnSpc>
              <a:spcBef>
                <a:spcPts val="0"/>
              </a:spcBef>
              <a:spcAft>
                <a:spcPts val="0"/>
              </a:spcAft>
              <a:buSzPts val="1400"/>
              <a:buNone/>
              <a:defRPr sz="2200"/>
            </a:lvl3pPr>
            <a:lvl4pPr lvl="3" rtl="0" algn="l">
              <a:lnSpc>
                <a:spcPct val="100000"/>
              </a:lnSpc>
              <a:spcBef>
                <a:spcPts val="0"/>
              </a:spcBef>
              <a:spcAft>
                <a:spcPts val="0"/>
              </a:spcAft>
              <a:buSzPts val="1400"/>
              <a:buNone/>
              <a:defRPr sz="2200"/>
            </a:lvl4pPr>
            <a:lvl5pPr lvl="4" rtl="0" algn="l">
              <a:lnSpc>
                <a:spcPct val="100000"/>
              </a:lnSpc>
              <a:spcBef>
                <a:spcPts val="0"/>
              </a:spcBef>
              <a:spcAft>
                <a:spcPts val="0"/>
              </a:spcAft>
              <a:buSzPts val="1400"/>
              <a:buNone/>
              <a:defRPr sz="2200"/>
            </a:lvl5pPr>
            <a:lvl6pPr lvl="5" rtl="0" algn="l">
              <a:lnSpc>
                <a:spcPct val="100000"/>
              </a:lnSpc>
              <a:spcBef>
                <a:spcPts val="0"/>
              </a:spcBef>
              <a:spcAft>
                <a:spcPts val="0"/>
              </a:spcAft>
              <a:buSzPts val="1400"/>
              <a:buNone/>
              <a:defRPr sz="2200"/>
            </a:lvl6pPr>
            <a:lvl7pPr lvl="6" rtl="0" algn="l">
              <a:lnSpc>
                <a:spcPct val="100000"/>
              </a:lnSpc>
              <a:spcBef>
                <a:spcPts val="0"/>
              </a:spcBef>
              <a:spcAft>
                <a:spcPts val="0"/>
              </a:spcAft>
              <a:buSzPts val="1400"/>
              <a:buNone/>
              <a:defRPr sz="2200"/>
            </a:lvl7pPr>
            <a:lvl8pPr lvl="7" rtl="0" algn="l">
              <a:lnSpc>
                <a:spcPct val="100000"/>
              </a:lnSpc>
              <a:spcBef>
                <a:spcPts val="0"/>
              </a:spcBef>
              <a:spcAft>
                <a:spcPts val="0"/>
              </a:spcAft>
              <a:buSzPts val="1400"/>
              <a:buNone/>
              <a:defRPr sz="2200"/>
            </a:lvl8pPr>
            <a:lvl9pPr lvl="8" rtl="0" algn="l">
              <a:lnSpc>
                <a:spcPct val="100000"/>
              </a:lnSpc>
              <a:spcBef>
                <a:spcPts val="0"/>
              </a:spcBef>
              <a:spcAft>
                <a:spcPts val="0"/>
              </a:spcAft>
              <a:buSzPts val="1400"/>
              <a:buNone/>
              <a:defRPr sz="2200"/>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2 4">
  <p:cSld name="CUSTOM_1_1_1_1_1_1_2_1_1_2_5">
    <p:bg>
      <p:bgPr>
        <a:solidFill>
          <a:srgbClr val="FCEAD7"/>
        </a:solidFill>
      </p:bgPr>
    </p:bg>
    <p:spTree>
      <p:nvGrpSpPr>
        <p:cNvPr id="1565" name="Shape 1565"/>
        <p:cNvGrpSpPr/>
        <p:nvPr/>
      </p:nvGrpSpPr>
      <p:grpSpPr>
        <a:xfrm>
          <a:off x="0" y="0"/>
          <a:ext cx="0" cy="0"/>
          <a:chOff x="0" y="0"/>
          <a:chExt cx="0" cy="0"/>
        </a:xfrm>
      </p:grpSpPr>
      <p:sp>
        <p:nvSpPr>
          <p:cNvPr id="1566" name="Google Shape;1566;p177"/>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7" name="Google Shape;1567;p177"/>
          <p:cNvGrpSpPr/>
          <p:nvPr/>
        </p:nvGrpSpPr>
        <p:grpSpPr>
          <a:xfrm>
            <a:off x="8247715" y="4884429"/>
            <a:ext cx="648372" cy="183782"/>
            <a:chOff x="12596224" y="4969749"/>
            <a:chExt cx="2253641" cy="638797"/>
          </a:xfrm>
        </p:grpSpPr>
        <p:sp>
          <p:nvSpPr>
            <p:cNvPr id="1568" name="Google Shape;1568;p17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69" name="Google Shape;1569;p17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
        <p:nvSpPr>
          <p:cNvPr id="1570" name="Google Shape;1570;p177"/>
          <p:cNvSpPr txBox="1"/>
          <p:nvPr>
            <p:ph type="title"/>
          </p:nvPr>
        </p:nvSpPr>
        <p:spPr>
          <a:xfrm>
            <a:off x="428625" y="377375"/>
            <a:ext cx="8178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1400"/>
              <a:buNone/>
              <a:defRPr b="0" i="0" sz="2200">
                <a:solidFill>
                  <a:schemeClr val="dk1"/>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1400"/>
              <a:buNone/>
              <a:defRPr sz="2200"/>
            </a:lvl2pPr>
            <a:lvl3pPr lvl="2" rtl="0" algn="l">
              <a:lnSpc>
                <a:spcPct val="100000"/>
              </a:lnSpc>
              <a:spcBef>
                <a:spcPts val="0"/>
              </a:spcBef>
              <a:spcAft>
                <a:spcPts val="0"/>
              </a:spcAft>
              <a:buSzPts val="1400"/>
              <a:buNone/>
              <a:defRPr sz="2200"/>
            </a:lvl3pPr>
            <a:lvl4pPr lvl="3" rtl="0" algn="l">
              <a:lnSpc>
                <a:spcPct val="100000"/>
              </a:lnSpc>
              <a:spcBef>
                <a:spcPts val="0"/>
              </a:spcBef>
              <a:spcAft>
                <a:spcPts val="0"/>
              </a:spcAft>
              <a:buSzPts val="1400"/>
              <a:buNone/>
              <a:defRPr sz="2200"/>
            </a:lvl4pPr>
            <a:lvl5pPr lvl="4" rtl="0" algn="l">
              <a:lnSpc>
                <a:spcPct val="100000"/>
              </a:lnSpc>
              <a:spcBef>
                <a:spcPts val="0"/>
              </a:spcBef>
              <a:spcAft>
                <a:spcPts val="0"/>
              </a:spcAft>
              <a:buSzPts val="1400"/>
              <a:buNone/>
              <a:defRPr sz="2200"/>
            </a:lvl5pPr>
            <a:lvl6pPr lvl="5" rtl="0" algn="l">
              <a:lnSpc>
                <a:spcPct val="100000"/>
              </a:lnSpc>
              <a:spcBef>
                <a:spcPts val="0"/>
              </a:spcBef>
              <a:spcAft>
                <a:spcPts val="0"/>
              </a:spcAft>
              <a:buSzPts val="1400"/>
              <a:buNone/>
              <a:defRPr sz="2200"/>
            </a:lvl6pPr>
            <a:lvl7pPr lvl="6" rtl="0" algn="l">
              <a:lnSpc>
                <a:spcPct val="100000"/>
              </a:lnSpc>
              <a:spcBef>
                <a:spcPts val="0"/>
              </a:spcBef>
              <a:spcAft>
                <a:spcPts val="0"/>
              </a:spcAft>
              <a:buSzPts val="1400"/>
              <a:buNone/>
              <a:defRPr sz="2200"/>
            </a:lvl7pPr>
            <a:lvl8pPr lvl="7" rtl="0" algn="l">
              <a:lnSpc>
                <a:spcPct val="100000"/>
              </a:lnSpc>
              <a:spcBef>
                <a:spcPts val="0"/>
              </a:spcBef>
              <a:spcAft>
                <a:spcPts val="0"/>
              </a:spcAft>
              <a:buSzPts val="1400"/>
              <a:buNone/>
              <a:defRPr sz="2200"/>
            </a:lvl8pPr>
            <a:lvl9pPr lvl="8" rtl="0" algn="l">
              <a:lnSpc>
                <a:spcPct val="100000"/>
              </a:lnSpc>
              <a:spcBef>
                <a:spcPts val="0"/>
              </a:spcBef>
              <a:spcAft>
                <a:spcPts val="0"/>
              </a:spcAft>
              <a:buSzPts val="1400"/>
              <a:buNone/>
              <a:defRPr sz="2200"/>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2 1">
  <p:cSld name="CUSTOM_1_1_1_1_1_1_3_2_2">
    <p:bg>
      <p:bgPr>
        <a:solidFill>
          <a:srgbClr val="213343"/>
        </a:solidFill>
      </p:bgPr>
    </p:bg>
    <p:spTree>
      <p:nvGrpSpPr>
        <p:cNvPr id="1571" name="Shape 1571"/>
        <p:cNvGrpSpPr/>
        <p:nvPr/>
      </p:nvGrpSpPr>
      <p:grpSpPr>
        <a:xfrm>
          <a:off x="0" y="0"/>
          <a:ext cx="0" cy="0"/>
          <a:chOff x="0" y="0"/>
          <a:chExt cx="0" cy="0"/>
        </a:xfrm>
      </p:grpSpPr>
      <p:sp>
        <p:nvSpPr>
          <p:cNvPr id="1572" name="Google Shape;1572;p178"/>
          <p:cNvSpPr/>
          <p:nvPr/>
        </p:nvSpPr>
        <p:spPr>
          <a:xfrm rot="10800000">
            <a:off x="-3" y="3732530"/>
            <a:ext cx="1067752" cy="1076325"/>
          </a:xfrm>
          <a:custGeom>
            <a:rect b="b" l="l" r="r" t="t"/>
            <a:pathLst>
              <a:path extrusionOk="0" h="1076325" w="1067752">
                <a:moveTo>
                  <a:pt x="905351" y="788670"/>
                </a:moveTo>
                <a:cubicBezTo>
                  <a:pt x="564213" y="788670"/>
                  <a:pt x="287655" y="512112"/>
                  <a:pt x="287655" y="170974"/>
                </a:cubicBezTo>
                <a:cubicBezTo>
                  <a:pt x="287655" y="111633"/>
                  <a:pt x="296037" y="54293"/>
                  <a:pt x="311610" y="0"/>
                </a:cubicBezTo>
                <a:lnTo>
                  <a:pt x="16097" y="0"/>
                </a:lnTo>
                <a:cubicBezTo>
                  <a:pt x="5524" y="55388"/>
                  <a:pt x="0" y="112538"/>
                  <a:pt x="0" y="170974"/>
                </a:cubicBezTo>
                <a:cubicBezTo>
                  <a:pt x="0" y="670989"/>
                  <a:pt x="405336" y="1076325"/>
                  <a:pt x="905351" y="1076325"/>
                </a:cubicBezTo>
                <a:cubicBezTo>
                  <a:pt x="960787" y="1076325"/>
                  <a:pt x="1015079" y="1071324"/>
                  <a:pt x="1067752" y="1061799"/>
                </a:cubicBezTo>
                <a:lnTo>
                  <a:pt x="1067752" y="767096"/>
                </a:lnTo>
                <a:cubicBezTo>
                  <a:pt x="1015984" y="781145"/>
                  <a:pt x="961548" y="788670"/>
                  <a:pt x="905351" y="78867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p178"/>
          <p:cNvSpPr/>
          <p:nvPr/>
        </p:nvSpPr>
        <p:spPr>
          <a:xfrm>
            <a:off x="0" y="4808850"/>
            <a:ext cx="9144000" cy="3348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4" name="Google Shape;1574;p178"/>
          <p:cNvGrpSpPr/>
          <p:nvPr/>
        </p:nvGrpSpPr>
        <p:grpSpPr>
          <a:xfrm>
            <a:off x="8247715" y="4884429"/>
            <a:ext cx="648372" cy="183782"/>
            <a:chOff x="12596224" y="4969749"/>
            <a:chExt cx="2253641" cy="638797"/>
          </a:xfrm>
        </p:grpSpPr>
        <p:sp>
          <p:nvSpPr>
            <p:cNvPr id="1575" name="Google Shape;1575;p17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76" name="Google Shape;1576;p17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grpSp>
        <p:nvGrpSpPr>
          <p:cNvPr id="1577" name="Google Shape;1577;p178"/>
          <p:cNvGrpSpPr/>
          <p:nvPr/>
        </p:nvGrpSpPr>
        <p:grpSpPr>
          <a:xfrm>
            <a:off x="7359160" y="0"/>
            <a:ext cx="1786649" cy="3134153"/>
            <a:chOff x="7359160" y="0"/>
            <a:chExt cx="1786649" cy="3134153"/>
          </a:xfrm>
        </p:grpSpPr>
        <p:sp>
          <p:nvSpPr>
            <p:cNvPr id="1578" name="Google Shape;1578;p178"/>
            <p:cNvSpPr/>
            <p:nvPr/>
          </p:nvSpPr>
          <p:spPr>
            <a:xfrm rot="10800000">
              <a:off x="7359160" y="0"/>
              <a:ext cx="652462" cy="652462"/>
            </a:xfrm>
            <a:custGeom>
              <a:rect b="b" l="l" r="r" t="t"/>
              <a:pathLst>
                <a:path extrusionOk="0" h="652462" w="652462">
                  <a:moveTo>
                    <a:pt x="0" y="0"/>
                  </a:moveTo>
                  <a:cubicBezTo>
                    <a:pt x="360331" y="0"/>
                    <a:pt x="652463" y="292132"/>
                    <a:pt x="652463" y="652463"/>
                  </a:cubicBezTo>
                  <a:lnTo>
                    <a:pt x="0" y="652463"/>
                  </a:lnTo>
                  <a:lnTo>
                    <a:pt x="0" y="0"/>
                  </a:lnTo>
                  <a:close/>
                </a:path>
              </a:pathLst>
            </a:custGeom>
            <a:solidFill>
              <a:srgbClr val="0B8484"/>
            </a:solidFill>
            <a:ln cap="flat" cmpd="sng" w="9525">
              <a:solidFill>
                <a:srgbClr val="0B84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9" name="Google Shape;1579;p178"/>
            <p:cNvSpPr/>
            <p:nvPr/>
          </p:nvSpPr>
          <p:spPr>
            <a:xfrm rot="10800000">
              <a:off x="8011622" y="0"/>
              <a:ext cx="574976" cy="2489358"/>
            </a:xfrm>
            <a:custGeom>
              <a:rect b="b" l="l" r="r" t="t"/>
              <a:pathLst>
                <a:path extrusionOk="0" h="2489358" w="574976">
                  <a:moveTo>
                    <a:pt x="574881" y="572643"/>
                  </a:moveTo>
                  <a:cubicBezTo>
                    <a:pt x="572929" y="256080"/>
                    <a:pt x="316325" y="0"/>
                    <a:pt x="0" y="0"/>
                  </a:cubicBezTo>
                  <a:lnTo>
                    <a:pt x="0" y="576215"/>
                  </a:lnTo>
                  <a:lnTo>
                    <a:pt x="143" y="576215"/>
                  </a:lnTo>
                  <a:lnTo>
                    <a:pt x="143" y="843629"/>
                  </a:lnTo>
                  <a:lnTo>
                    <a:pt x="0" y="843629"/>
                  </a:lnTo>
                  <a:lnTo>
                    <a:pt x="0" y="1419844"/>
                  </a:lnTo>
                  <a:lnTo>
                    <a:pt x="143" y="1419844"/>
                  </a:lnTo>
                  <a:lnTo>
                    <a:pt x="143" y="2489359"/>
                  </a:lnTo>
                  <a:lnTo>
                    <a:pt x="574977" y="2489359"/>
                  </a:lnTo>
                  <a:lnTo>
                    <a:pt x="574977" y="572643"/>
                  </a:lnTo>
                  <a:lnTo>
                    <a:pt x="574881" y="572643"/>
                  </a:lnTo>
                  <a:close/>
                </a:path>
              </a:pathLst>
            </a:custGeom>
            <a:solidFill>
              <a:srgbClr val="B7ECEC"/>
            </a:solidFill>
            <a:ln cap="flat" cmpd="sng" w="9525">
              <a:solidFill>
                <a:srgbClr val="B7EC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0" name="Google Shape;1580;p178"/>
            <p:cNvSpPr/>
            <p:nvPr/>
          </p:nvSpPr>
          <p:spPr>
            <a:xfrm rot="10800000">
              <a:off x="8586597" y="0"/>
              <a:ext cx="559212" cy="3134153"/>
            </a:xfrm>
            <a:custGeom>
              <a:rect b="b" l="l" r="r" t="t"/>
              <a:pathLst>
                <a:path extrusionOk="0" h="3134153" w="559212">
                  <a:moveTo>
                    <a:pt x="559118" y="556927"/>
                  </a:moveTo>
                  <a:cubicBezTo>
                    <a:pt x="557260" y="249031"/>
                    <a:pt x="307658" y="0"/>
                    <a:pt x="0" y="0"/>
                  </a:cubicBezTo>
                  <a:lnTo>
                    <a:pt x="0" y="560451"/>
                  </a:lnTo>
                  <a:lnTo>
                    <a:pt x="143" y="560451"/>
                  </a:lnTo>
                  <a:lnTo>
                    <a:pt x="143" y="643366"/>
                  </a:lnTo>
                  <a:lnTo>
                    <a:pt x="0" y="643366"/>
                  </a:lnTo>
                  <a:lnTo>
                    <a:pt x="0" y="1515475"/>
                  </a:lnTo>
                  <a:lnTo>
                    <a:pt x="143" y="1515475"/>
                  </a:lnTo>
                  <a:lnTo>
                    <a:pt x="143" y="3134154"/>
                  </a:lnTo>
                  <a:lnTo>
                    <a:pt x="559213" y="3134154"/>
                  </a:lnTo>
                  <a:lnTo>
                    <a:pt x="559213" y="556927"/>
                  </a:lnTo>
                  <a:lnTo>
                    <a:pt x="559118" y="556927"/>
                  </a:lnTo>
                  <a:close/>
                </a:path>
              </a:pathLst>
            </a:custGeom>
            <a:solidFill>
              <a:srgbClr val="0FBFBF"/>
            </a:solidFill>
            <a:ln cap="flat" cmpd="sng" w="9525">
              <a:solidFill>
                <a:srgbClr val="0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1" name="Google Shape;1581;p178"/>
            <p:cNvSpPr/>
            <p:nvPr/>
          </p:nvSpPr>
          <p:spPr>
            <a:xfrm rot="10800000">
              <a:off x="8905922" y="0"/>
              <a:ext cx="239887" cy="1789985"/>
            </a:xfrm>
            <a:custGeom>
              <a:rect b="b" l="l" r="r" t="t"/>
              <a:pathLst>
                <a:path extrusionOk="0" h="1789985" w="239887">
                  <a:moveTo>
                    <a:pt x="239887" y="238363"/>
                  </a:moveTo>
                  <a:lnTo>
                    <a:pt x="239887" y="238363"/>
                  </a:lnTo>
                  <a:cubicBezTo>
                    <a:pt x="239078" y="106585"/>
                    <a:pt x="132255" y="0"/>
                    <a:pt x="572" y="0"/>
                  </a:cubicBezTo>
                  <a:lnTo>
                    <a:pt x="572" y="78867"/>
                  </a:lnTo>
                  <a:cubicBezTo>
                    <a:pt x="572" y="78867"/>
                    <a:pt x="191" y="78867"/>
                    <a:pt x="0" y="78867"/>
                  </a:cubicBezTo>
                  <a:lnTo>
                    <a:pt x="0" y="677989"/>
                  </a:lnTo>
                  <a:lnTo>
                    <a:pt x="0" y="677989"/>
                  </a:lnTo>
                  <a:lnTo>
                    <a:pt x="0" y="1789986"/>
                  </a:lnTo>
                  <a:lnTo>
                    <a:pt x="239316" y="1789986"/>
                  </a:lnTo>
                  <a:lnTo>
                    <a:pt x="239316" y="685086"/>
                  </a:lnTo>
                  <a:lnTo>
                    <a:pt x="239887" y="685086"/>
                  </a:lnTo>
                  <a:lnTo>
                    <a:pt x="239887" y="238411"/>
                  </a:lnTo>
                  <a:close/>
                </a:path>
              </a:pathLst>
            </a:custGeom>
            <a:solidFill>
              <a:srgbClr val="FFCD78"/>
            </a:solidFill>
            <a:ln cap="flat" cmpd="sng" w="9525">
              <a:solidFill>
                <a:srgbClr val="FFCD7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1 2">
  <p:cSld name="CUSTOM_1_1_1_1_1_1_3_1_2">
    <p:bg>
      <p:bgPr>
        <a:solidFill>
          <a:srgbClr val="213343"/>
        </a:solidFill>
      </p:bgPr>
    </p:bg>
    <p:spTree>
      <p:nvGrpSpPr>
        <p:cNvPr id="1582" name="Shape 1582"/>
        <p:cNvGrpSpPr/>
        <p:nvPr/>
      </p:nvGrpSpPr>
      <p:grpSpPr>
        <a:xfrm>
          <a:off x="0" y="0"/>
          <a:ext cx="0" cy="0"/>
          <a:chOff x="0" y="0"/>
          <a:chExt cx="0" cy="0"/>
        </a:xfrm>
      </p:grpSpPr>
      <p:sp>
        <p:nvSpPr>
          <p:cNvPr id="1583" name="Google Shape;1583;p179"/>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4" name="Google Shape;1584;p179"/>
          <p:cNvPicPr preferRelativeResize="0"/>
          <p:nvPr/>
        </p:nvPicPr>
        <p:blipFill>
          <a:blip r:embed="rId2">
            <a:alphaModFix/>
          </a:blip>
          <a:stretch>
            <a:fillRect/>
          </a:stretch>
        </p:blipFill>
        <p:spPr>
          <a:xfrm>
            <a:off x="8194850" y="4829924"/>
            <a:ext cx="753525" cy="292675"/>
          </a:xfrm>
          <a:prstGeom prst="rect">
            <a:avLst/>
          </a:prstGeom>
          <a:noFill/>
          <a:ln>
            <a:noFill/>
          </a:ln>
        </p:spPr>
      </p:pic>
      <p:sp>
        <p:nvSpPr>
          <p:cNvPr id="1585" name="Google Shape;1585;p179"/>
          <p:cNvSpPr txBox="1"/>
          <p:nvPr>
            <p:ph type="title"/>
          </p:nvPr>
        </p:nvSpPr>
        <p:spPr>
          <a:xfrm>
            <a:off x="481433" y="294605"/>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600"/>
              <a:buNone/>
              <a:defRPr b="0" i="0" sz="24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1600"/>
              <a:buNone/>
              <a:defRPr sz="2400">
                <a:solidFill>
                  <a:srgbClr val="FFFFFF"/>
                </a:solidFill>
              </a:defRPr>
            </a:lvl2pPr>
            <a:lvl3pPr lvl="2" rtl="0" algn="l">
              <a:lnSpc>
                <a:spcPct val="100000"/>
              </a:lnSpc>
              <a:spcBef>
                <a:spcPts val="0"/>
              </a:spcBef>
              <a:spcAft>
                <a:spcPts val="0"/>
              </a:spcAft>
              <a:buSzPts val="1600"/>
              <a:buNone/>
              <a:defRPr sz="2400">
                <a:solidFill>
                  <a:srgbClr val="FFFFFF"/>
                </a:solidFill>
              </a:defRPr>
            </a:lvl3pPr>
            <a:lvl4pPr lvl="3" rtl="0" algn="l">
              <a:lnSpc>
                <a:spcPct val="100000"/>
              </a:lnSpc>
              <a:spcBef>
                <a:spcPts val="0"/>
              </a:spcBef>
              <a:spcAft>
                <a:spcPts val="0"/>
              </a:spcAft>
              <a:buSzPts val="1600"/>
              <a:buNone/>
              <a:defRPr sz="2400">
                <a:solidFill>
                  <a:srgbClr val="FFFFFF"/>
                </a:solidFill>
              </a:defRPr>
            </a:lvl4pPr>
            <a:lvl5pPr lvl="4" rtl="0" algn="l">
              <a:lnSpc>
                <a:spcPct val="100000"/>
              </a:lnSpc>
              <a:spcBef>
                <a:spcPts val="0"/>
              </a:spcBef>
              <a:spcAft>
                <a:spcPts val="0"/>
              </a:spcAft>
              <a:buSzPts val="1600"/>
              <a:buNone/>
              <a:defRPr sz="2400">
                <a:solidFill>
                  <a:srgbClr val="FFFFFF"/>
                </a:solidFill>
              </a:defRPr>
            </a:lvl5pPr>
            <a:lvl6pPr lvl="5" rtl="0" algn="l">
              <a:lnSpc>
                <a:spcPct val="100000"/>
              </a:lnSpc>
              <a:spcBef>
                <a:spcPts val="0"/>
              </a:spcBef>
              <a:spcAft>
                <a:spcPts val="0"/>
              </a:spcAft>
              <a:buSzPts val="1600"/>
              <a:buNone/>
              <a:defRPr sz="2400">
                <a:solidFill>
                  <a:srgbClr val="FFFFFF"/>
                </a:solidFill>
              </a:defRPr>
            </a:lvl6pPr>
            <a:lvl7pPr lvl="6" rtl="0" algn="l">
              <a:lnSpc>
                <a:spcPct val="100000"/>
              </a:lnSpc>
              <a:spcBef>
                <a:spcPts val="0"/>
              </a:spcBef>
              <a:spcAft>
                <a:spcPts val="0"/>
              </a:spcAft>
              <a:buSzPts val="1600"/>
              <a:buNone/>
              <a:defRPr sz="2400">
                <a:solidFill>
                  <a:srgbClr val="FFFFFF"/>
                </a:solidFill>
              </a:defRPr>
            </a:lvl7pPr>
            <a:lvl8pPr lvl="7" rtl="0" algn="l">
              <a:lnSpc>
                <a:spcPct val="100000"/>
              </a:lnSpc>
              <a:spcBef>
                <a:spcPts val="0"/>
              </a:spcBef>
              <a:spcAft>
                <a:spcPts val="0"/>
              </a:spcAft>
              <a:buSzPts val="1600"/>
              <a:buNone/>
              <a:defRPr sz="2400">
                <a:solidFill>
                  <a:srgbClr val="FFFFFF"/>
                </a:solidFill>
              </a:defRPr>
            </a:lvl8pPr>
            <a:lvl9pPr lvl="8" rtl="0" algn="l">
              <a:lnSpc>
                <a:spcPct val="100000"/>
              </a:lnSpc>
              <a:spcBef>
                <a:spcPts val="0"/>
              </a:spcBef>
              <a:spcAft>
                <a:spcPts val="0"/>
              </a:spcAft>
              <a:buSzPts val="1600"/>
              <a:buNone/>
              <a:defRPr sz="2400">
                <a:solidFill>
                  <a:srgbClr val="FFFFFF"/>
                </a:solidFill>
              </a:defRPr>
            </a:lvl9pPr>
          </a:lstStyle>
          <a:p/>
        </p:txBody>
      </p:sp>
      <p:sp>
        <p:nvSpPr>
          <p:cNvPr id="1586" name="Google Shape;1586;p17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1 2">
  <p:cSld name="CUSTOM_1_1_1_1_1_1_2_1_2_2">
    <p:bg>
      <p:bgPr>
        <a:solidFill>
          <a:schemeClr val="dk1"/>
        </a:solidFill>
      </p:bgPr>
    </p:bg>
    <p:spTree>
      <p:nvGrpSpPr>
        <p:cNvPr id="1587" name="Shape 1587"/>
        <p:cNvGrpSpPr/>
        <p:nvPr/>
      </p:nvGrpSpPr>
      <p:grpSpPr>
        <a:xfrm>
          <a:off x="0" y="0"/>
          <a:ext cx="0" cy="0"/>
          <a:chOff x="0" y="0"/>
          <a:chExt cx="0" cy="0"/>
        </a:xfrm>
      </p:grpSpPr>
      <p:cxnSp>
        <p:nvCxnSpPr>
          <p:cNvPr id="1588" name="Google Shape;1588;p180"/>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589" name="Google Shape;1589;p180"/>
          <p:cNvSpPr txBox="1"/>
          <p:nvPr>
            <p:ph type="title"/>
          </p:nvPr>
        </p:nvSpPr>
        <p:spPr>
          <a:xfrm>
            <a:off x="305025" y="113000"/>
            <a:ext cx="82014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590" name="Google Shape;1590;p180"/>
          <p:cNvGrpSpPr/>
          <p:nvPr/>
        </p:nvGrpSpPr>
        <p:grpSpPr>
          <a:xfrm>
            <a:off x="8247715" y="4884429"/>
            <a:ext cx="648372" cy="183782"/>
            <a:chOff x="12596224" y="4969749"/>
            <a:chExt cx="2253641" cy="638797"/>
          </a:xfrm>
        </p:grpSpPr>
        <p:sp>
          <p:nvSpPr>
            <p:cNvPr id="1591" name="Google Shape;1591;p18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592" name="Google Shape;1592;p18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Hubspot CRM Platform Pro&amp;Below: Divider 2">
  <p:cSld name="CUSTOM_4_1_1_1">
    <p:bg>
      <p:bgPr>
        <a:solidFill>
          <a:srgbClr val="FEF4EA"/>
        </a:solidFill>
      </p:bgPr>
    </p:bg>
    <p:spTree>
      <p:nvGrpSpPr>
        <p:cNvPr id="1593" name="Shape 1593"/>
        <p:cNvGrpSpPr/>
        <p:nvPr/>
      </p:nvGrpSpPr>
      <p:grpSpPr>
        <a:xfrm>
          <a:off x="0" y="0"/>
          <a:ext cx="0" cy="0"/>
          <a:chOff x="0" y="0"/>
          <a:chExt cx="0" cy="0"/>
        </a:xfrm>
      </p:grpSpPr>
      <p:sp>
        <p:nvSpPr>
          <p:cNvPr id="1594" name="Google Shape;1594;p181"/>
          <p:cNvSpPr/>
          <p:nvPr/>
        </p:nvSpPr>
        <p:spPr>
          <a:xfrm>
            <a:off x="4257200" y="4763"/>
            <a:ext cx="4886801" cy="5135546"/>
          </a:xfrm>
          <a:custGeom>
            <a:rect b="b" l="l" r="r" t="t"/>
            <a:pathLst>
              <a:path extrusionOk="0" h="6847395" w="6515734">
                <a:moveTo>
                  <a:pt x="3257868" y="0"/>
                </a:moveTo>
                <a:lnTo>
                  <a:pt x="3257868" y="0"/>
                </a:lnTo>
                <a:cubicBezTo>
                  <a:pt x="5057140" y="0"/>
                  <a:pt x="6515735" y="1458595"/>
                  <a:pt x="6515735" y="3257868"/>
                </a:cubicBezTo>
                <a:lnTo>
                  <a:pt x="6515735" y="6847395"/>
                </a:lnTo>
                <a:lnTo>
                  <a:pt x="0" y="6847395"/>
                </a:lnTo>
                <a:lnTo>
                  <a:pt x="0" y="3257868"/>
                </a:lnTo>
                <a:cubicBezTo>
                  <a:pt x="0" y="1458595"/>
                  <a:pt x="1458595" y="0"/>
                  <a:pt x="3257868" y="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595" name="Google Shape;1595;p181"/>
          <p:cNvSpPr/>
          <p:nvPr/>
        </p:nvSpPr>
        <p:spPr>
          <a:xfrm>
            <a:off x="2789226" y="1373818"/>
            <a:ext cx="6354865" cy="2396384"/>
          </a:xfrm>
          <a:custGeom>
            <a:rect b="b" l="l" r="r" t="t"/>
            <a:pathLst>
              <a:path extrusionOk="0" h="3195179" w="8473153">
                <a:moveTo>
                  <a:pt x="1597590" y="0"/>
                </a:moveTo>
                <a:lnTo>
                  <a:pt x="8473154" y="0"/>
                </a:lnTo>
                <a:lnTo>
                  <a:pt x="8473154" y="0"/>
                </a:lnTo>
                <a:lnTo>
                  <a:pt x="8473154" y="3195180"/>
                </a:lnTo>
                <a:lnTo>
                  <a:pt x="8473154" y="3195180"/>
                </a:lnTo>
                <a:lnTo>
                  <a:pt x="1597590" y="3195180"/>
                </a:lnTo>
                <a:cubicBezTo>
                  <a:pt x="715266" y="3195180"/>
                  <a:pt x="0" y="2479914"/>
                  <a:pt x="0" y="1597590"/>
                </a:cubicBezTo>
                <a:lnTo>
                  <a:pt x="0" y="1597590"/>
                </a:lnTo>
                <a:cubicBezTo>
                  <a:pt x="0" y="715266"/>
                  <a:pt x="715266" y="0"/>
                  <a:pt x="1597590" y="0"/>
                </a:cubicBezTo>
                <a:close/>
              </a:path>
            </a:pathLst>
          </a:custGeom>
          <a:solidFill>
            <a:srgbClr val="FFFFFF"/>
          </a:solidFill>
          <a:ln>
            <a:noFill/>
          </a:ln>
        </p:spPr>
        <p:txBody>
          <a:bodyPr anchorCtr="0" anchor="ctr" bIns="22850" lIns="45725" spcFirstLastPara="1" rIns="45725"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596" name="Google Shape;1596;p181"/>
          <p:cNvSpPr/>
          <p:nvPr/>
        </p:nvSpPr>
        <p:spPr>
          <a:xfrm rot="10800000">
            <a:off x="1282" y="1375067"/>
            <a:ext cx="2787943" cy="2396384"/>
          </a:xfrm>
          <a:custGeom>
            <a:rect b="b" l="l" r="r" t="t"/>
            <a:pathLst>
              <a:path extrusionOk="0" h="3195179" w="3717258">
                <a:moveTo>
                  <a:pt x="1597464" y="0"/>
                </a:moveTo>
                <a:lnTo>
                  <a:pt x="3717260" y="0"/>
                </a:lnTo>
                <a:lnTo>
                  <a:pt x="3717260" y="0"/>
                </a:lnTo>
                <a:lnTo>
                  <a:pt x="3717260" y="3195180"/>
                </a:lnTo>
                <a:lnTo>
                  <a:pt x="3717260" y="3195180"/>
                </a:lnTo>
                <a:lnTo>
                  <a:pt x="1597464" y="3195180"/>
                </a:lnTo>
                <a:cubicBezTo>
                  <a:pt x="715191" y="3195110"/>
                  <a:pt x="1" y="2479863"/>
                  <a:pt x="1" y="1597590"/>
                </a:cubicBezTo>
                <a:lnTo>
                  <a:pt x="1" y="1597590"/>
                </a:lnTo>
                <a:cubicBezTo>
                  <a:pt x="1" y="715317"/>
                  <a:pt x="715191" y="70"/>
                  <a:pt x="1597464" y="0"/>
                </a:cubicBezTo>
                <a:close/>
              </a:path>
            </a:pathLst>
          </a:custGeom>
          <a:solidFill>
            <a:schemeClr val="accent1"/>
          </a:solidFill>
          <a:ln>
            <a:noFill/>
          </a:ln>
        </p:spPr>
        <p:txBody>
          <a:bodyPr anchorCtr="0" anchor="ctr" bIns="22850" lIns="45725" spcFirstLastPara="1" rIns="45725" wrap="square" tIns="22850">
            <a:noAutofit/>
          </a:bodyPr>
          <a:lstStyle/>
          <a:p>
            <a:pPr indent="0" lvl="0" marL="0" marR="0" rtl="0" algn="l">
              <a:spcBef>
                <a:spcPts val="0"/>
              </a:spcBef>
              <a:spcAft>
                <a:spcPts val="0"/>
              </a:spcAft>
              <a:buNone/>
            </a:pPr>
            <a:r>
              <a:t/>
            </a:r>
            <a:endParaRPr sz="900">
              <a:solidFill>
                <a:srgbClr val="000000"/>
              </a:solidFill>
              <a:latin typeface="Calibri"/>
              <a:ea typeface="Calibri"/>
              <a:cs typeface="Calibri"/>
              <a:sym typeface="Calibri"/>
            </a:endParaRPr>
          </a:p>
        </p:txBody>
      </p:sp>
      <p:sp>
        <p:nvSpPr>
          <p:cNvPr id="1597" name="Google Shape;1597;p181"/>
          <p:cNvSpPr txBox="1"/>
          <p:nvPr>
            <p:ph type="title"/>
          </p:nvPr>
        </p:nvSpPr>
        <p:spPr>
          <a:xfrm>
            <a:off x="3863175" y="1908088"/>
            <a:ext cx="4701000" cy="1327500"/>
          </a:xfrm>
          <a:prstGeom prst="rect">
            <a:avLst/>
          </a:prstGeom>
        </p:spPr>
        <p:txBody>
          <a:bodyPr anchorCtr="0" anchor="ctr" bIns="91425" lIns="91425" spcFirstLastPara="1" rIns="91425" wrap="square" tIns="91425">
            <a:spAutoFit/>
          </a:bodyPr>
          <a:lstStyle>
            <a:lvl1pPr lvl="0" rtl="0">
              <a:spcBef>
                <a:spcPts val="0"/>
              </a:spcBef>
              <a:spcAft>
                <a:spcPts val="0"/>
              </a:spcAft>
              <a:buClr>
                <a:schemeClr val="dk1"/>
              </a:buClr>
              <a:buSzPts val="3400"/>
              <a:buNone/>
              <a:defRPr sz="3400">
                <a:solidFill>
                  <a:schemeClr val="dk1"/>
                </a:solidFill>
              </a:defRPr>
            </a:lvl1pPr>
            <a:lvl2pPr lvl="1" rtl="0">
              <a:spcBef>
                <a:spcPts val="0"/>
              </a:spcBef>
              <a:spcAft>
                <a:spcPts val="0"/>
              </a:spcAft>
              <a:buClr>
                <a:schemeClr val="dk1"/>
              </a:buClr>
              <a:buSzPts val="2900"/>
              <a:buNone/>
              <a:defRPr sz="2900">
                <a:solidFill>
                  <a:schemeClr val="dk1"/>
                </a:solidFill>
              </a:defRPr>
            </a:lvl2pPr>
            <a:lvl3pPr lvl="2" rtl="0">
              <a:spcBef>
                <a:spcPts val="0"/>
              </a:spcBef>
              <a:spcAft>
                <a:spcPts val="0"/>
              </a:spcAft>
              <a:buClr>
                <a:schemeClr val="dk1"/>
              </a:buClr>
              <a:buSzPts val="2900"/>
              <a:buNone/>
              <a:defRPr sz="2900">
                <a:solidFill>
                  <a:schemeClr val="dk1"/>
                </a:solidFill>
              </a:defRPr>
            </a:lvl3pPr>
            <a:lvl4pPr lvl="3" rtl="0">
              <a:spcBef>
                <a:spcPts val="0"/>
              </a:spcBef>
              <a:spcAft>
                <a:spcPts val="0"/>
              </a:spcAft>
              <a:buClr>
                <a:schemeClr val="dk1"/>
              </a:buClr>
              <a:buSzPts val="2900"/>
              <a:buNone/>
              <a:defRPr sz="2900">
                <a:solidFill>
                  <a:schemeClr val="dk1"/>
                </a:solidFill>
              </a:defRPr>
            </a:lvl4pPr>
            <a:lvl5pPr lvl="4" rtl="0">
              <a:spcBef>
                <a:spcPts val="0"/>
              </a:spcBef>
              <a:spcAft>
                <a:spcPts val="0"/>
              </a:spcAft>
              <a:buClr>
                <a:schemeClr val="dk1"/>
              </a:buClr>
              <a:buSzPts val="2900"/>
              <a:buNone/>
              <a:defRPr sz="2900">
                <a:solidFill>
                  <a:schemeClr val="dk1"/>
                </a:solidFill>
              </a:defRPr>
            </a:lvl5pPr>
            <a:lvl6pPr lvl="5" rtl="0">
              <a:spcBef>
                <a:spcPts val="0"/>
              </a:spcBef>
              <a:spcAft>
                <a:spcPts val="0"/>
              </a:spcAft>
              <a:buClr>
                <a:schemeClr val="dk1"/>
              </a:buClr>
              <a:buSzPts val="2900"/>
              <a:buNone/>
              <a:defRPr sz="2900">
                <a:solidFill>
                  <a:schemeClr val="dk1"/>
                </a:solidFill>
              </a:defRPr>
            </a:lvl6pPr>
            <a:lvl7pPr lvl="6" rtl="0">
              <a:spcBef>
                <a:spcPts val="0"/>
              </a:spcBef>
              <a:spcAft>
                <a:spcPts val="0"/>
              </a:spcAft>
              <a:buClr>
                <a:schemeClr val="dk1"/>
              </a:buClr>
              <a:buSzPts val="2900"/>
              <a:buNone/>
              <a:defRPr sz="2900">
                <a:solidFill>
                  <a:schemeClr val="dk1"/>
                </a:solidFill>
              </a:defRPr>
            </a:lvl7pPr>
            <a:lvl8pPr lvl="7" rtl="0">
              <a:spcBef>
                <a:spcPts val="0"/>
              </a:spcBef>
              <a:spcAft>
                <a:spcPts val="0"/>
              </a:spcAft>
              <a:buClr>
                <a:schemeClr val="dk1"/>
              </a:buClr>
              <a:buSzPts val="2900"/>
              <a:buNone/>
              <a:defRPr sz="2900">
                <a:solidFill>
                  <a:schemeClr val="dk1"/>
                </a:solidFill>
              </a:defRPr>
            </a:lvl8pPr>
            <a:lvl9pPr lvl="8" rtl="0">
              <a:spcBef>
                <a:spcPts val="0"/>
              </a:spcBef>
              <a:spcAft>
                <a:spcPts val="0"/>
              </a:spcAft>
              <a:buClr>
                <a:schemeClr val="dk1"/>
              </a:buClr>
              <a:buSzPts val="2900"/>
              <a:buNone/>
              <a:defRPr sz="2900">
                <a:solidFill>
                  <a:schemeClr val="dk1"/>
                </a:solidFill>
              </a:defRPr>
            </a:lvl9pPr>
          </a:lstStyle>
          <a:p/>
        </p:txBody>
      </p:sp>
      <p:grpSp>
        <p:nvGrpSpPr>
          <p:cNvPr id="1598" name="Google Shape;1598;p181"/>
          <p:cNvGrpSpPr/>
          <p:nvPr/>
        </p:nvGrpSpPr>
        <p:grpSpPr>
          <a:xfrm>
            <a:off x="8241699" y="4882560"/>
            <a:ext cx="659838" cy="187436"/>
            <a:chOff x="501655" y="1715854"/>
            <a:chExt cx="1664577" cy="472845"/>
          </a:xfrm>
        </p:grpSpPr>
        <p:sp>
          <p:nvSpPr>
            <p:cNvPr id="1599" name="Google Shape;1599;p181"/>
            <p:cNvSpPr/>
            <p:nvPr/>
          </p:nvSpPr>
          <p:spPr>
            <a:xfrm>
              <a:off x="501655" y="1794946"/>
              <a:ext cx="1664577" cy="393753"/>
            </a:xfrm>
            <a:custGeom>
              <a:rect b="b" l="l" r="r" t="t"/>
              <a:pathLst>
                <a:path extrusionOk="0" h="564520" w="2386490">
                  <a:moveTo>
                    <a:pt x="341581" y="-135"/>
                  </a:moveTo>
                  <a:lnTo>
                    <a:pt x="341581" y="455374"/>
                  </a:lnTo>
                  <a:lnTo>
                    <a:pt x="258388" y="455374"/>
                  </a:lnTo>
                  <a:lnTo>
                    <a:pt x="258388" y="270958"/>
                  </a:lnTo>
                  <a:lnTo>
                    <a:pt x="83192" y="270958"/>
                  </a:lnTo>
                  <a:lnTo>
                    <a:pt x="83192" y="455374"/>
                  </a:lnTo>
                  <a:lnTo>
                    <a:pt x="0" y="455374"/>
                  </a:lnTo>
                  <a:lnTo>
                    <a:pt x="0" y="-135"/>
                  </a:lnTo>
                  <a:lnTo>
                    <a:pt x="83192" y="-135"/>
                  </a:lnTo>
                  <a:lnTo>
                    <a:pt x="83192" y="190702"/>
                  </a:lnTo>
                  <a:lnTo>
                    <a:pt x="258388" y="190702"/>
                  </a:lnTo>
                  <a:lnTo>
                    <a:pt x="258388" y="-135"/>
                  </a:lnTo>
                  <a:close/>
                  <a:moveTo>
                    <a:pt x="607961" y="308114"/>
                  </a:moveTo>
                  <a:cubicBezTo>
                    <a:pt x="607961" y="346138"/>
                    <a:pt x="577136" y="376963"/>
                    <a:pt x="539112" y="376963"/>
                  </a:cubicBezTo>
                  <a:cubicBezTo>
                    <a:pt x="501088" y="376963"/>
                    <a:pt x="470263" y="346138"/>
                    <a:pt x="470263" y="308114"/>
                  </a:cubicBezTo>
                  <a:lnTo>
                    <a:pt x="470263" y="113042"/>
                  </a:lnTo>
                  <a:lnTo>
                    <a:pt x="391442" y="113042"/>
                  </a:lnTo>
                  <a:lnTo>
                    <a:pt x="391442" y="308114"/>
                  </a:lnTo>
                  <a:cubicBezTo>
                    <a:pt x="391442" y="389633"/>
                    <a:pt x="457524" y="455716"/>
                    <a:pt x="539044" y="455716"/>
                  </a:cubicBezTo>
                  <a:cubicBezTo>
                    <a:pt x="620563" y="455716"/>
                    <a:pt x="686645" y="389633"/>
                    <a:pt x="686645" y="308114"/>
                  </a:cubicBezTo>
                  <a:lnTo>
                    <a:pt x="686645" y="113042"/>
                  </a:lnTo>
                  <a:lnTo>
                    <a:pt x="607892" y="113042"/>
                  </a:lnTo>
                  <a:close/>
                  <a:moveTo>
                    <a:pt x="1192425" y="133123"/>
                  </a:moveTo>
                  <a:cubicBezTo>
                    <a:pt x="1192425" y="93166"/>
                    <a:pt x="1218859" y="80462"/>
                    <a:pt x="1247887" y="80462"/>
                  </a:cubicBezTo>
                  <a:cubicBezTo>
                    <a:pt x="1271178" y="80462"/>
                    <a:pt x="1302119" y="98221"/>
                    <a:pt x="1322269" y="119804"/>
                  </a:cubicBezTo>
                  <a:lnTo>
                    <a:pt x="1373905" y="58878"/>
                  </a:lnTo>
                  <a:cubicBezTo>
                    <a:pt x="1348087" y="23976"/>
                    <a:pt x="1295767" y="-135"/>
                    <a:pt x="1252941" y="-135"/>
                  </a:cubicBezTo>
                  <a:cubicBezTo>
                    <a:pt x="1167153" y="-135"/>
                    <a:pt x="1105408" y="49999"/>
                    <a:pt x="1105408" y="133123"/>
                  </a:cubicBezTo>
                  <a:cubicBezTo>
                    <a:pt x="1105408" y="287350"/>
                    <a:pt x="1293923" y="238446"/>
                    <a:pt x="1293923" y="324780"/>
                  </a:cubicBezTo>
                  <a:cubicBezTo>
                    <a:pt x="1293923" y="351418"/>
                    <a:pt x="1268036" y="374846"/>
                    <a:pt x="1238461" y="374846"/>
                  </a:cubicBezTo>
                  <a:cubicBezTo>
                    <a:pt x="1191811" y="374846"/>
                    <a:pt x="1176648" y="352033"/>
                    <a:pt x="1155201" y="327922"/>
                  </a:cubicBezTo>
                  <a:lnTo>
                    <a:pt x="1097826" y="387550"/>
                  </a:lnTo>
                  <a:cubicBezTo>
                    <a:pt x="1134437" y="432630"/>
                    <a:pt x="1179789" y="455443"/>
                    <a:pt x="1234022" y="455443"/>
                  </a:cubicBezTo>
                  <a:cubicBezTo>
                    <a:pt x="1315302" y="455443"/>
                    <a:pt x="1380872" y="404694"/>
                    <a:pt x="1380872" y="325668"/>
                  </a:cubicBezTo>
                  <a:cubicBezTo>
                    <a:pt x="1380872" y="154365"/>
                    <a:pt x="1192425" y="207641"/>
                    <a:pt x="1192425" y="133397"/>
                  </a:cubicBezTo>
                  <a:moveTo>
                    <a:pt x="2358418" y="382837"/>
                  </a:moveTo>
                  <a:cubicBezTo>
                    <a:pt x="2311767" y="382837"/>
                    <a:pt x="2298585" y="362688"/>
                    <a:pt x="2298585" y="331815"/>
                  </a:cubicBezTo>
                  <a:lnTo>
                    <a:pt x="2298585" y="195210"/>
                  </a:lnTo>
                  <a:lnTo>
                    <a:pt x="2371054" y="195210"/>
                  </a:lnTo>
                  <a:lnTo>
                    <a:pt x="2371054" y="125200"/>
                  </a:lnTo>
                  <a:lnTo>
                    <a:pt x="2298926" y="125200"/>
                  </a:lnTo>
                  <a:lnTo>
                    <a:pt x="2298926" y="34016"/>
                  </a:lnTo>
                  <a:lnTo>
                    <a:pt x="2218876" y="69943"/>
                  </a:lnTo>
                  <a:lnTo>
                    <a:pt x="2218876" y="348549"/>
                  </a:lnTo>
                  <a:cubicBezTo>
                    <a:pt x="2218876" y="419789"/>
                    <a:pt x="2267985" y="455716"/>
                    <a:pt x="2335468" y="455716"/>
                  </a:cubicBezTo>
                  <a:cubicBezTo>
                    <a:pt x="2346021" y="455928"/>
                    <a:pt x="2356574" y="455081"/>
                    <a:pt x="2366956" y="453189"/>
                  </a:cubicBezTo>
                  <a:lnTo>
                    <a:pt x="2386490" y="381335"/>
                  </a:lnTo>
                  <a:cubicBezTo>
                    <a:pt x="2377679" y="381949"/>
                    <a:pt x="2367639" y="382564"/>
                    <a:pt x="2358759" y="382564"/>
                  </a:cubicBezTo>
                  <a:moveTo>
                    <a:pt x="908219" y="115365"/>
                  </a:moveTo>
                  <a:cubicBezTo>
                    <a:pt x="996466" y="115365"/>
                    <a:pt x="1072145" y="189063"/>
                    <a:pt x="1072145" y="285575"/>
                  </a:cubicBezTo>
                  <a:cubicBezTo>
                    <a:pt x="1072145" y="383247"/>
                    <a:pt x="989840" y="455716"/>
                    <a:pt x="895924" y="455716"/>
                  </a:cubicBezTo>
                  <a:cubicBezTo>
                    <a:pt x="811434" y="455716"/>
                    <a:pt x="736233" y="384476"/>
                    <a:pt x="736233" y="280520"/>
                  </a:cubicBezTo>
                  <a:lnTo>
                    <a:pt x="736233" y="2597"/>
                  </a:lnTo>
                  <a:lnTo>
                    <a:pt x="815327" y="2597"/>
                  </a:lnTo>
                  <a:lnTo>
                    <a:pt x="815327" y="152521"/>
                  </a:lnTo>
                  <a:cubicBezTo>
                    <a:pt x="839438" y="127379"/>
                    <a:pt x="873214" y="113841"/>
                    <a:pt x="908014" y="115365"/>
                  </a:cubicBezTo>
                  <a:moveTo>
                    <a:pt x="907536" y="376144"/>
                  </a:moveTo>
                  <a:cubicBezTo>
                    <a:pt x="957062" y="376144"/>
                    <a:pt x="997217" y="335988"/>
                    <a:pt x="997217" y="286462"/>
                  </a:cubicBezTo>
                  <a:cubicBezTo>
                    <a:pt x="997217" y="236929"/>
                    <a:pt x="957062" y="196781"/>
                    <a:pt x="907536" y="196781"/>
                  </a:cubicBezTo>
                  <a:cubicBezTo>
                    <a:pt x="858003" y="196781"/>
                    <a:pt x="817854" y="236929"/>
                    <a:pt x="817854" y="286462"/>
                  </a:cubicBezTo>
                  <a:cubicBezTo>
                    <a:pt x="817854" y="286483"/>
                    <a:pt x="817854" y="286510"/>
                    <a:pt x="817854" y="286531"/>
                  </a:cubicBezTo>
                  <a:cubicBezTo>
                    <a:pt x="817813" y="335982"/>
                    <a:pt x="857880" y="376103"/>
                    <a:pt x="907331" y="376144"/>
                  </a:cubicBezTo>
                  <a:cubicBezTo>
                    <a:pt x="907399" y="376144"/>
                    <a:pt x="907467" y="376144"/>
                    <a:pt x="907536" y="376144"/>
                  </a:cubicBezTo>
                  <a:moveTo>
                    <a:pt x="1766167" y="281408"/>
                  </a:moveTo>
                  <a:cubicBezTo>
                    <a:pt x="1766167" y="377919"/>
                    <a:pt x="1690283" y="451618"/>
                    <a:pt x="1602241" y="451618"/>
                  </a:cubicBezTo>
                  <a:cubicBezTo>
                    <a:pt x="1567440" y="453127"/>
                    <a:pt x="1533672" y="439597"/>
                    <a:pt x="1509554" y="414461"/>
                  </a:cubicBezTo>
                  <a:lnTo>
                    <a:pt x="1509554" y="564385"/>
                  </a:lnTo>
                  <a:lnTo>
                    <a:pt x="1430460" y="564385"/>
                  </a:lnTo>
                  <a:lnTo>
                    <a:pt x="1430460" y="286462"/>
                  </a:lnTo>
                  <a:cubicBezTo>
                    <a:pt x="1430460" y="182506"/>
                    <a:pt x="1505593" y="111266"/>
                    <a:pt x="1590151" y="111266"/>
                  </a:cubicBezTo>
                  <a:cubicBezTo>
                    <a:pt x="1684204" y="111540"/>
                    <a:pt x="1766167" y="183735"/>
                    <a:pt x="1766167" y="281408"/>
                  </a:cubicBezTo>
                  <a:moveTo>
                    <a:pt x="1691034" y="280452"/>
                  </a:moveTo>
                  <a:cubicBezTo>
                    <a:pt x="1691034" y="230926"/>
                    <a:pt x="1650879" y="190771"/>
                    <a:pt x="1601353" y="190771"/>
                  </a:cubicBezTo>
                  <a:cubicBezTo>
                    <a:pt x="1551820" y="190771"/>
                    <a:pt x="1511671" y="230926"/>
                    <a:pt x="1511671" y="280452"/>
                  </a:cubicBezTo>
                  <a:cubicBezTo>
                    <a:pt x="1511671" y="329985"/>
                    <a:pt x="1551820" y="370133"/>
                    <a:pt x="1601353" y="370133"/>
                  </a:cubicBezTo>
                  <a:cubicBezTo>
                    <a:pt x="1650845" y="370174"/>
                    <a:pt x="1690993" y="330080"/>
                    <a:pt x="1691034" y="280588"/>
                  </a:cubicBezTo>
                  <a:cubicBezTo>
                    <a:pt x="1691034" y="280541"/>
                    <a:pt x="1691034" y="280500"/>
                    <a:pt x="1691034" y="280452"/>
                  </a:cubicBezTo>
                </a:path>
              </a:pathLst>
            </a:custGeom>
            <a:solidFill>
              <a:schemeClr val="dk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1600" name="Google Shape;1600;p181"/>
            <p:cNvSpPr/>
            <p:nvPr/>
          </p:nvSpPr>
          <p:spPr>
            <a:xfrm>
              <a:off x="1568404" y="1715854"/>
              <a:ext cx="445082" cy="466314"/>
            </a:xfrm>
            <a:custGeom>
              <a:rect b="b" l="l" r="r" t="t"/>
              <a:pathLst>
                <a:path extrusionOk="0" h="668551" w="638110">
                  <a:moveTo>
                    <a:pt x="490678" y="220966"/>
                  </a:moveTo>
                  <a:lnTo>
                    <a:pt x="490678" y="141530"/>
                  </a:lnTo>
                  <a:cubicBezTo>
                    <a:pt x="512084" y="131545"/>
                    <a:pt x="525812" y="110104"/>
                    <a:pt x="525922" y="86478"/>
                  </a:cubicBezTo>
                  <a:lnTo>
                    <a:pt x="525922" y="84634"/>
                  </a:lnTo>
                  <a:cubicBezTo>
                    <a:pt x="525696" y="51002"/>
                    <a:pt x="498491" y="23797"/>
                    <a:pt x="464859" y="23572"/>
                  </a:cubicBezTo>
                  <a:lnTo>
                    <a:pt x="463015" y="23572"/>
                  </a:lnTo>
                  <a:cubicBezTo>
                    <a:pt x="429383" y="23797"/>
                    <a:pt x="402178" y="51002"/>
                    <a:pt x="401953" y="84634"/>
                  </a:cubicBezTo>
                  <a:lnTo>
                    <a:pt x="401953" y="86478"/>
                  </a:lnTo>
                  <a:cubicBezTo>
                    <a:pt x="402062" y="110104"/>
                    <a:pt x="415791" y="131545"/>
                    <a:pt x="437197" y="141530"/>
                  </a:cubicBezTo>
                  <a:lnTo>
                    <a:pt x="437197" y="220966"/>
                  </a:lnTo>
                  <a:cubicBezTo>
                    <a:pt x="407062" y="225597"/>
                    <a:pt x="378675" y="238083"/>
                    <a:pt x="354892" y="257167"/>
                  </a:cubicBezTo>
                  <a:lnTo>
                    <a:pt x="136871" y="87571"/>
                  </a:lnTo>
                  <a:cubicBezTo>
                    <a:pt x="138421" y="81984"/>
                    <a:pt x="139247" y="76226"/>
                    <a:pt x="139329" y="70427"/>
                  </a:cubicBezTo>
                  <a:cubicBezTo>
                    <a:pt x="139821" y="31953"/>
                    <a:pt x="109037" y="363"/>
                    <a:pt x="70562" y="-129"/>
                  </a:cubicBezTo>
                  <a:cubicBezTo>
                    <a:pt x="32088" y="-628"/>
                    <a:pt x="498" y="30163"/>
                    <a:pt x="6" y="68638"/>
                  </a:cubicBezTo>
                  <a:cubicBezTo>
                    <a:pt x="-493" y="107106"/>
                    <a:pt x="30298" y="138696"/>
                    <a:pt x="68773" y="139194"/>
                  </a:cubicBezTo>
                  <a:cubicBezTo>
                    <a:pt x="81218" y="139351"/>
                    <a:pt x="93485" y="136175"/>
                    <a:pt x="104290" y="129987"/>
                  </a:cubicBezTo>
                  <a:lnTo>
                    <a:pt x="318760" y="296782"/>
                  </a:lnTo>
                  <a:cubicBezTo>
                    <a:pt x="279295" y="356396"/>
                    <a:pt x="280354" y="434091"/>
                    <a:pt x="321424" y="492605"/>
                  </a:cubicBezTo>
                  <a:lnTo>
                    <a:pt x="256195" y="557834"/>
                  </a:lnTo>
                  <a:cubicBezTo>
                    <a:pt x="250984" y="556140"/>
                    <a:pt x="245553" y="555246"/>
                    <a:pt x="240076" y="555170"/>
                  </a:cubicBezTo>
                  <a:cubicBezTo>
                    <a:pt x="208807" y="555129"/>
                    <a:pt x="183426" y="580456"/>
                    <a:pt x="183385" y="611725"/>
                  </a:cubicBezTo>
                  <a:cubicBezTo>
                    <a:pt x="183350" y="642994"/>
                    <a:pt x="208670" y="668375"/>
                    <a:pt x="239939" y="668416"/>
                  </a:cubicBezTo>
                  <a:cubicBezTo>
                    <a:pt x="271208" y="668450"/>
                    <a:pt x="296589" y="643130"/>
                    <a:pt x="296630" y="611862"/>
                  </a:cubicBezTo>
                  <a:cubicBezTo>
                    <a:pt x="296630" y="611841"/>
                    <a:pt x="296630" y="611814"/>
                    <a:pt x="296630" y="611793"/>
                  </a:cubicBezTo>
                  <a:cubicBezTo>
                    <a:pt x="296541" y="606302"/>
                    <a:pt x="295667" y="600851"/>
                    <a:pt x="294035" y="595606"/>
                  </a:cubicBezTo>
                  <a:lnTo>
                    <a:pt x="358512" y="531128"/>
                  </a:lnTo>
                  <a:cubicBezTo>
                    <a:pt x="434854" y="589465"/>
                    <a:pt x="544036" y="574862"/>
                    <a:pt x="602366" y="498520"/>
                  </a:cubicBezTo>
                  <a:cubicBezTo>
                    <a:pt x="660703" y="422179"/>
                    <a:pt x="646100" y="312997"/>
                    <a:pt x="569758" y="254667"/>
                  </a:cubicBezTo>
                  <a:cubicBezTo>
                    <a:pt x="546631" y="236990"/>
                    <a:pt x="519440" y="225406"/>
                    <a:pt x="490678" y="220966"/>
                  </a:cubicBezTo>
                  <a:moveTo>
                    <a:pt x="463971" y="482018"/>
                  </a:moveTo>
                  <a:cubicBezTo>
                    <a:pt x="414671" y="482018"/>
                    <a:pt x="374700" y="442048"/>
                    <a:pt x="374700" y="392747"/>
                  </a:cubicBezTo>
                  <a:cubicBezTo>
                    <a:pt x="374700" y="343446"/>
                    <a:pt x="414671" y="303476"/>
                    <a:pt x="463971" y="303476"/>
                  </a:cubicBezTo>
                  <a:cubicBezTo>
                    <a:pt x="513272" y="303476"/>
                    <a:pt x="553243" y="343446"/>
                    <a:pt x="553243" y="392747"/>
                  </a:cubicBezTo>
                  <a:cubicBezTo>
                    <a:pt x="553243" y="392768"/>
                    <a:pt x="553243" y="392795"/>
                    <a:pt x="553243" y="392815"/>
                  </a:cubicBezTo>
                  <a:cubicBezTo>
                    <a:pt x="553202" y="442089"/>
                    <a:pt x="513245" y="482018"/>
                    <a:pt x="463971" y="482018"/>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p:cSld name="TITLE_1">
    <p:spTree>
      <p:nvGrpSpPr>
        <p:cNvPr id="1605" name="Shape 1605"/>
        <p:cNvGrpSpPr/>
        <p:nvPr/>
      </p:nvGrpSpPr>
      <p:grpSpPr>
        <a:xfrm>
          <a:off x="0" y="0"/>
          <a:ext cx="0" cy="0"/>
          <a:chOff x="0" y="0"/>
          <a:chExt cx="0" cy="0"/>
        </a:xfrm>
      </p:grpSpPr>
      <p:sp>
        <p:nvSpPr>
          <p:cNvPr id="1606" name="Google Shape;1606;p18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ubSpot Logo - Color">
  <p:cSld name="BLANK_3_1_2">
    <p:bg>
      <p:bgPr>
        <a:solidFill>
          <a:srgbClr val="FF5C35"/>
        </a:solidFill>
      </p:bgPr>
    </p:bg>
    <p:spTree>
      <p:nvGrpSpPr>
        <p:cNvPr id="1607" name="Shape 1607"/>
        <p:cNvGrpSpPr/>
        <p:nvPr/>
      </p:nvGrpSpPr>
      <p:grpSpPr>
        <a:xfrm>
          <a:off x="0" y="0"/>
          <a:ext cx="0" cy="0"/>
          <a:chOff x="0" y="0"/>
          <a:chExt cx="0" cy="0"/>
        </a:xfrm>
      </p:grpSpPr>
      <p:sp>
        <p:nvSpPr>
          <p:cNvPr id="1608" name="Google Shape;1608;p18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grpSp>
        <p:nvGrpSpPr>
          <p:cNvPr id="1609" name="Google Shape;1609;p184"/>
          <p:cNvGrpSpPr/>
          <p:nvPr/>
        </p:nvGrpSpPr>
        <p:grpSpPr>
          <a:xfrm>
            <a:off x="2887414" y="2094179"/>
            <a:ext cx="3367841" cy="954618"/>
            <a:chOff x="12596224" y="4969749"/>
            <a:chExt cx="2253641" cy="638797"/>
          </a:xfrm>
        </p:grpSpPr>
        <p:sp>
          <p:nvSpPr>
            <p:cNvPr id="1610" name="Google Shape;1610;p18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11" name="Google Shape;1611;p18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ubSpot Logo - White">
  <p:cSld name="BLANK_3_1_2_1">
    <p:bg>
      <p:bgPr>
        <a:solidFill>
          <a:srgbClr val="FFFFFF"/>
        </a:solidFill>
      </p:bgPr>
    </p:bg>
    <p:spTree>
      <p:nvGrpSpPr>
        <p:cNvPr id="1612" name="Shape 1612"/>
        <p:cNvGrpSpPr/>
        <p:nvPr/>
      </p:nvGrpSpPr>
      <p:grpSpPr>
        <a:xfrm>
          <a:off x="0" y="0"/>
          <a:ext cx="0" cy="0"/>
          <a:chOff x="0" y="0"/>
          <a:chExt cx="0" cy="0"/>
        </a:xfrm>
      </p:grpSpPr>
      <p:sp>
        <p:nvSpPr>
          <p:cNvPr id="1613" name="Google Shape;1613;p18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grpSp>
        <p:nvGrpSpPr>
          <p:cNvPr id="1614" name="Google Shape;1614;p185"/>
          <p:cNvGrpSpPr/>
          <p:nvPr/>
        </p:nvGrpSpPr>
        <p:grpSpPr>
          <a:xfrm>
            <a:off x="2887414" y="2094179"/>
            <a:ext cx="3367841" cy="954618"/>
            <a:chOff x="12596224" y="4969749"/>
            <a:chExt cx="2253641" cy="638797"/>
          </a:xfrm>
        </p:grpSpPr>
        <p:sp>
          <p:nvSpPr>
            <p:cNvPr id="1615" name="Google Shape;1615;p18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16" name="Google Shape;1616;p18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White">
  <p:cSld name="BLANK_1_1_1_1_1_1_1">
    <p:bg>
      <p:bgPr>
        <a:solidFill>
          <a:srgbClr val="FFFFFF"/>
        </a:solidFill>
      </p:bgPr>
    </p:bg>
    <p:spTree>
      <p:nvGrpSpPr>
        <p:cNvPr id="1617" name="Shape 1617"/>
        <p:cNvGrpSpPr/>
        <p:nvPr/>
      </p:nvGrpSpPr>
      <p:grpSpPr>
        <a:xfrm>
          <a:off x="0" y="0"/>
          <a:ext cx="0" cy="0"/>
          <a:chOff x="0" y="0"/>
          <a:chExt cx="0" cy="0"/>
        </a:xfrm>
      </p:grpSpPr>
      <p:sp>
        <p:nvSpPr>
          <p:cNvPr id="1618" name="Google Shape;1618;p186"/>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Lexend Deca ExtraLight"/>
              <a:buNone/>
              <a:defRPr sz="1400">
                <a:latin typeface="Lexend Deca ExtraLight"/>
                <a:ea typeface="Lexend Deca ExtraLight"/>
                <a:cs typeface="Lexend Deca ExtraLight"/>
                <a:sym typeface="Lexend Deca ExtraLight"/>
              </a:defRPr>
            </a:lvl1pPr>
            <a:lvl2pPr lvl="1" rtl="0" algn="ctr">
              <a:spcBef>
                <a:spcPts val="1600"/>
              </a:spcBef>
              <a:spcAft>
                <a:spcPts val="0"/>
              </a:spcAft>
              <a:buSzPts val="1400"/>
              <a:buFont typeface="Lexend Deca ExtraLight"/>
              <a:buNone/>
              <a:defRPr>
                <a:latin typeface="Lexend Deca ExtraLight"/>
                <a:ea typeface="Lexend Deca ExtraLight"/>
                <a:cs typeface="Lexend Deca ExtraLight"/>
                <a:sym typeface="Lexend Deca ExtraLight"/>
              </a:defRPr>
            </a:lvl2pPr>
            <a:lvl3pPr lvl="2" rtl="0" algn="ctr">
              <a:spcBef>
                <a:spcPts val="1600"/>
              </a:spcBef>
              <a:spcAft>
                <a:spcPts val="0"/>
              </a:spcAft>
              <a:buSzPts val="1400"/>
              <a:buFont typeface="Lexend Deca ExtraLight"/>
              <a:buNone/>
              <a:defRPr>
                <a:latin typeface="Lexend Deca ExtraLight"/>
                <a:ea typeface="Lexend Deca ExtraLight"/>
                <a:cs typeface="Lexend Deca ExtraLight"/>
                <a:sym typeface="Lexend Deca ExtraLight"/>
              </a:defRPr>
            </a:lvl3pPr>
            <a:lvl4pPr lvl="3"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4pPr>
            <a:lvl5pPr lvl="4"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5pPr>
            <a:lvl6pPr lvl="5"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6pPr>
            <a:lvl7pPr lvl="6"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7pPr>
            <a:lvl8pPr lvl="7" rtl="0" algn="ctr">
              <a:spcBef>
                <a:spcPts val="1600"/>
              </a:spcBef>
              <a:spcAft>
                <a:spcPts val="0"/>
              </a:spcAft>
              <a:buSzPts val="1400"/>
              <a:buFont typeface="Lexend Deca ExtraLight"/>
              <a:buNone/>
              <a:defRPr sz="1400">
                <a:latin typeface="Lexend Deca ExtraLight"/>
                <a:ea typeface="Lexend Deca ExtraLight"/>
                <a:cs typeface="Lexend Deca ExtraLight"/>
                <a:sym typeface="Lexend Deca ExtraLight"/>
              </a:defRPr>
            </a:lvl8pPr>
            <a:lvl9pPr lvl="8" rtl="0" algn="ctr">
              <a:spcBef>
                <a:spcPts val="1600"/>
              </a:spcBef>
              <a:spcAft>
                <a:spcPts val="1600"/>
              </a:spcAft>
              <a:buSzPts val="1400"/>
              <a:buFont typeface="Lexend Deca ExtraLight"/>
              <a:buNone/>
              <a:defRPr sz="1400">
                <a:latin typeface="Lexend Deca ExtraLight"/>
                <a:ea typeface="Lexend Deca ExtraLight"/>
                <a:cs typeface="Lexend Deca ExtraLight"/>
                <a:sym typeface="Lexend Deca ExtraLight"/>
              </a:defRPr>
            </a:lvl9pPr>
          </a:lstStyle>
          <a:p/>
        </p:txBody>
      </p:sp>
      <p:sp>
        <p:nvSpPr>
          <p:cNvPr id="1619" name="Google Shape;1619;p186"/>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1pPr>
            <a:lvl2pPr lvl="1"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2pPr>
            <a:lvl3pPr lvl="2"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3pPr>
            <a:lvl4pPr lvl="3"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4pPr>
            <a:lvl5pPr lvl="4"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5pPr>
            <a:lvl6pPr lvl="5"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6pPr>
            <a:lvl7pPr lvl="6"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7pPr>
            <a:lvl8pPr lvl="7"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8pPr>
            <a:lvl9pPr lvl="8" rtl="0" algn="ctr">
              <a:spcBef>
                <a:spcPts val="0"/>
              </a:spcBef>
              <a:spcAft>
                <a:spcPts val="0"/>
              </a:spcAft>
              <a:buSzPts val="2400"/>
              <a:buFont typeface="Lexend Deca Light"/>
              <a:buNone/>
              <a:defRPr sz="2400">
                <a:latin typeface="Lexend Deca Light"/>
                <a:ea typeface="Lexend Deca Light"/>
                <a:cs typeface="Lexend Deca Light"/>
                <a:sym typeface="Lexend Deca Light"/>
              </a:defRPr>
            </a:lvl9pPr>
          </a:lstStyle>
          <a:p/>
        </p:txBody>
      </p:sp>
      <p:sp>
        <p:nvSpPr>
          <p:cNvPr id="1620" name="Google Shape;1620;p186"/>
          <p:cNvSpPr/>
          <p:nvPr/>
        </p:nvSpPr>
        <p:spPr>
          <a:xfrm>
            <a:off x="0" y="5031600"/>
            <a:ext cx="9144000" cy="1119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8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grpSp>
        <p:nvGrpSpPr>
          <p:cNvPr id="1622" name="Google Shape;1622;p186"/>
          <p:cNvGrpSpPr/>
          <p:nvPr/>
        </p:nvGrpSpPr>
        <p:grpSpPr>
          <a:xfrm>
            <a:off x="3121824" y="1628900"/>
            <a:ext cx="2899309" cy="821813"/>
            <a:chOff x="12596224" y="4969749"/>
            <a:chExt cx="2253641" cy="638797"/>
          </a:xfrm>
        </p:grpSpPr>
        <p:sp>
          <p:nvSpPr>
            <p:cNvPr id="1623" name="Google Shape;1623;p18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24" name="Google Shape;1624;p18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Navy">
  <p:cSld name="CUSTOM_1_1_1_1_2_2">
    <p:bg>
      <p:bgPr>
        <a:solidFill>
          <a:srgbClr val="213343"/>
        </a:solidFill>
      </p:bgPr>
    </p:bg>
    <p:spTree>
      <p:nvGrpSpPr>
        <p:cNvPr id="1625" name="Shape 1625"/>
        <p:cNvGrpSpPr/>
        <p:nvPr/>
      </p:nvGrpSpPr>
      <p:grpSpPr>
        <a:xfrm>
          <a:off x="0" y="0"/>
          <a:ext cx="0" cy="0"/>
          <a:chOff x="0" y="0"/>
          <a:chExt cx="0" cy="0"/>
        </a:xfrm>
      </p:grpSpPr>
      <p:sp>
        <p:nvSpPr>
          <p:cNvPr id="1626" name="Google Shape;1626;p187"/>
          <p:cNvSpPr/>
          <p:nvPr/>
        </p:nvSpPr>
        <p:spPr>
          <a:xfrm>
            <a:off x="0" y="5031600"/>
            <a:ext cx="9144000" cy="1119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87"/>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1pPr>
            <a:lvl2pPr lvl="1"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2pPr>
            <a:lvl3pPr lvl="2"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3pPr>
            <a:lvl4pPr lvl="3"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4pPr>
            <a:lvl5pPr lvl="4"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5pPr>
            <a:lvl6pPr lvl="5"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6pPr>
            <a:lvl7pPr lvl="6"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7pPr>
            <a:lvl8pPr lvl="7"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8pPr>
            <a:lvl9pPr lvl="8" rtl="0" algn="ctr">
              <a:spcBef>
                <a:spcPts val="1600"/>
              </a:spcBef>
              <a:spcAft>
                <a:spcPts val="160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9pPr>
          </a:lstStyle>
          <a:p/>
        </p:txBody>
      </p:sp>
      <p:sp>
        <p:nvSpPr>
          <p:cNvPr id="1628" name="Google Shape;1628;p187"/>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1pPr>
            <a:lvl2pPr lvl="1"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2pPr>
            <a:lvl3pPr lvl="2"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3pPr>
            <a:lvl4pPr lvl="3"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4pPr>
            <a:lvl5pPr lvl="4"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5pPr>
            <a:lvl6pPr lvl="5"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6pPr>
            <a:lvl7pPr lvl="6"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7pPr>
            <a:lvl8pPr lvl="7"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8pPr>
            <a:lvl9pPr lvl="8"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9pPr>
          </a:lstStyle>
          <a:p/>
        </p:txBody>
      </p:sp>
      <p:sp>
        <p:nvSpPr>
          <p:cNvPr id="1629" name="Google Shape;1629;p18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grpSp>
        <p:nvGrpSpPr>
          <p:cNvPr id="1630" name="Google Shape;1630;p187"/>
          <p:cNvGrpSpPr/>
          <p:nvPr/>
        </p:nvGrpSpPr>
        <p:grpSpPr>
          <a:xfrm>
            <a:off x="3121824" y="1628900"/>
            <a:ext cx="2899309" cy="821813"/>
            <a:chOff x="12596224" y="4969749"/>
            <a:chExt cx="2253641" cy="638797"/>
          </a:xfrm>
        </p:grpSpPr>
        <p:sp>
          <p:nvSpPr>
            <p:cNvPr id="1631" name="Google Shape;1631;p187"/>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32" name="Google Shape;1632;p187"/>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range">
  <p:cSld name="CUSTOM_1_1_1_1_2_2_1">
    <p:bg>
      <p:bgPr>
        <a:solidFill>
          <a:srgbClr val="FF5C35"/>
        </a:solidFill>
      </p:bgPr>
    </p:bg>
    <p:spTree>
      <p:nvGrpSpPr>
        <p:cNvPr id="1633" name="Shape 1633"/>
        <p:cNvGrpSpPr/>
        <p:nvPr/>
      </p:nvGrpSpPr>
      <p:grpSpPr>
        <a:xfrm>
          <a:off x="0" y="0"/>
          <a:ext cx="0" cy="0"/>
          <a:chOff x="0" y="0"/>
          <a:chExt cx="0" cy="0"/>
        </a:xfrm>
      </p:grpSpPr>
      <p:sp>
        <p:nvSpPr>
          <p:cNvPr id="1634" name="Google Shape;1634;p188"/>
          <p:cNvSpPr/>
          <p:nvPr/>
        </p:nvSpPr>
        <p:spPr>
          <a:xfrm>
            <a:off x="0" y="5031600"/>
            <a:ext cx="9144000" cy="1119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88"/>
          <p:cNvSpPr txBox="1"/>
          <p:nvPr>
            <p:ph idx="1" type="subTitle"/>
          </p:nvPr>
        </p:nvSpPr>
        <p:spPr>
          <a:xfrm>
            <a:off x="1155300" y="3121775"/>
            <a:ext cx="6833400" cy="4002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1pPr>
            <a:lvl2pPr lvl="1"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2pPr>
            <a:lvl3pPr lvl="2" rtl="0" algn="ctr">
              <a:spcBef>
                <a:spcPts val="1600"/>
              </a:spcBef>
              <a:spcAft>
                <a:spcPts val="0"/>
              </a:spcAft>
              <a:buClr>
                <a:schemeClr val="lt1"/>
              </a:buClr>
              <a:buSzPts val="1400"/>
              <a:buFont typeface="Lexend Deca ExtraLight"/>
              <a:buNone/>
              <a:defRPr>
                <a:solidFill>
                  <a:schemeClr val="lt1"/>
                </a:solidFill>
                <a:latin typeface="Lexend Deca ExtraLight"/>
                <a:ea typeface="Lexend Deca ExtraLight"/>
                <a:cs typeface="Lexend Deca ExtraLight"/>
                <a:sym typeface="Lexend Deca ExtraLight"/>
              </a:defRPr>
            </a:lvl3pPr>
            <a:lvl4pPr lvl="3"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4pPr>
            <a:lvl5pPr lvl="4"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5pPr>
            <a:lvl6pPr lvl="5"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6pPr>
            <a:lvl7pPr lvl="6"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7pPr>
            <a:lvl8pPr lvl="7" rtl="0" algn="ctr">
              <a:spcBef>
                <a:spcPts val="1600"/>
              </a:spcBef>
              <a:spcAft>
                <a:spcPts val="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8pPr>
            <a:lvl9pPr lvl="8" rtl="0" algn="ctr">
              <a:spcBef>
                <a:spcPts val="1600"/>
              </a:spcBef>
              <a:spcAft>
                <a:spcPts val="1600"/>
              </a:spcAft>
              <a:buClr>
                <a:schemeClr val="lt1"/>
              </a:buClr>
              <a:buSzPts val="1400"/>
              <a:buFont typeface="Lexend Deca ExtraLight"/>
              <a:buNone/>
              <a:defRPr sz="1400">
                <a:solidFill>
                  <a:schemeClr val="lt1"/>
                </a:solidFill>
                <a:latin typeface="Lexend Deca ExtraLight"/>
                <a:ea typeface="Lexend Deca ExtraLight"/>
                <a:cs typeface="Lexend Deca ExtraLight"/>
                <a:sym typeface="Lexend Deca ExtraLight"/>
              </a:defRPr>
            </a:lvl9pPr>
          </a:lstStyle>
          <a:p/>
        </p:txBody>
      </p:sp>
      <p:sp>
        <p:nvSpPr>
          <p:cNvPr id="1636" name="Google Shape;1636;p188"/>
          <p:cNvSpPr txBox="1"/>
          <p:nvPr>
            <p:ph type="title"/>
          </p:nvPr>
        </p:nvSpPr>
        <p:spPr>
          <a:xfrm>
            <a:off x="1155300" y="2567675"/>
            <a:ext cx="68334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1pPr>
            <a:lvl2pPr lvl="1"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2pPr>
            <a:lvl3pPr lvl="2"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3pPr>
            <a:lvl4pPr lvl="3"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4pPr>
            <a:lvl5pPr lvl="4"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5pPr>
            <a:lvl6pPr lvl="5"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6pPr>
            <a:lvl7pPr lvl="6"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7pPr>
            <a:lvl8pPr lvl="7"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8pPr>
            <a:lvl9pPr lvl="8" rtl="0" algn="ctr">
              <a:spcBef>
                <a:spcPts val="0"/>
              </a:spcBef>
              <a:spcAft>
                <a:spcPts val="0"/>
              </a:spcAft>
              <a:buClr>
                <a:schemeClr val="lt1"/>
              </a:buClr>
              <a:buSzPts val="2400"/>
              <a:buFont typeface="Lexend Deca Light"/>
              <a:buNone/>
              <a:defRPr sz="2400">
                <a:solidFill>
                  <a:schemeClr val="lt1"/>
                </a:solidFill>
                <a:latin typeface="Lexend Deca Light"/>
                <a:ea typeface="Lexend Deca Light"/>
                <a:cs typeface="Lexend Deca Light"/>
                <a:sym typeface="Lexend Deca Light"/>
              </a:defRPr>
            </a:lvl9pPr>
          </a:lstStyle>
          <a:p/>
        </p:txBody>
      </p:sp>
      <p:sp>
        <p:nvSpPr>
          <p:cNvPr id="1637" name="Google Shape;1637;p18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grpSp>
        <p:nvGrpSpPr>
          <p:cNvPr id="1638" name="Google Shape;1638;p188"/>
          <p:cNvGrpSpPr/>
          <p:nvPr/>
        </p:nvGrpSpPr>
        <p:grpSpPr>
          <a:xfrm>
            <a:off x="3121824" y="1628900"/>
            <a:ext cx="2899309" cy="821813"/>
            <a:chOff x="12596224" y="4969749"/>
            <a:chExt cx="2253641" cy="638797"/>
          </a:xfrm>
        </p:grpSpPr>
        <p:sp>
          <p:nvSpPr>
            <p:cNvPr id="1639" name="Google Shape;1639;p188"/>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40" name="Google Shape;1640;p188"/>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Navy">
  <p:cSld name="CUSTOM_1_1_1_1_1_1">
    <p:bg>
      <p:bgPr>
        <a:solidFill>
          <a:srgbClr val="213343"/>
        </a:solidFill>
      </p:bgPr>
    </p:bg>
    <p:spTree>
      <p:nvGrpSpPr>
        <p:cNvPr id="1641" name="Shape 1641"/>
        <p:cNvGrpSpPr/>
        <p:nvPr/>
      </p:nvGrpSpPr>
      <p:grpSpPr>
        <a:xfrm>
          <a:off x="0" y="0"/>
          <a:ext cx="0" cy="0"/>
          <a:chOff x="0" y="0"/>
          <a:chExt cx="0" cy="0"/>
        </a:xfrm>
      </p:grpSpPr>
      <p:cxnSp>
        <p:nvCxnSpPr>
          <p:cNvPr id="1642" name="Google Shape;1642;p189"/>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643" name="Google Shape;1643;p189"/>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8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645" name="Google Shape;1645;p189"/>
          <p:cNvGrpSpPr/>
          <p:nvPr/>
        </p:nvGrpSpPr>
        <p:grpSpPr>
          <a:xfrm>
            <a:off x="8247715" y="4884429"/>
            <a:ext cx="648372" cy="183782"/>
            <a:chOff x="12596224" y="4969749"/>
            <a:chExt cx="2253641" cy="638797"/>
          </a:xfrm>
        </p:grpSpPr>
        <p:sp>
          <p:nvSpPr>
            <p:cNvPr id="1646" name="Google Shape;1646;p18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47" name="Google Shape;1647;p18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nner">
  <p:cSld name="CUSTOM_1_1_1_1_1_1_3">
    <p:bg>
      <p:bgPr>
        <a:solidFill>
          <a:srgbClr val="213343"/>
        </a:solidFill>
      </p:bgPr>
    </p:bg>
    <p:spTree>
      <p:nvGrpSpPr>
        <p:cNvPr id="1648" name="Shape 1648"/>
        <p:cNvGrpSpPr/>
        <p:nvPr/>
      </p:nvGrpSpPr>
      <p:grpSpPr>
        <a:xfrm>
          <a:off x="0" y="0"/>
          <a:ext cx="0" cy="0"/>
          <a:chOff x="0" y="0"/>
          <a:chExt cx="0" cy="0"/>
        </a:xfrm>
      </p:grpSpPr>
      <p:sp>
        <p:nvSpPr>
          <p:cNvPr id="1649" name="Google Shape;1649;p190"/>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0" name="Google Shape;1650;p190"/>
          <p:cNvGrpSpPr/>
          <p:nvPr/>
        </p:nvGrpSpPr>
        <p:grpSpPr>
          <a:xfrm>
            <a:off x="8247715" y="4884429"/>
            <a:ext cx="648372" cy="183782"/>
            <a:chOff x="12596224" y="4969749"/>
            <a:chExt cx="2253641" cy="638797"/>
          </a:xfrm>
        </p:grpSpPr>
        <p:sp>
          <p:nvSpPr>
            <p:cNvPr id="1651" name="Google Shape;1651;p19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52" name="Google Shape;1652;p19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Orange Banner - White">
  <p:cSld name="CUSTOM_1_1_1_1_1_1_2">
    <p:bg>
      <p:bgPr>
        <a:solidFill>
          <a:schemeClr val="lt1"/>
        </a:solidFill>
      </p:bgPr>
    </p:bg>
    <p:spTree>
      <p:nvGrpSpPr>
        <p:cNvPr id="1653" name="Shape 1653"/>
        <p:cNvGrpSpPr/>
        <p:nvPr/>
      </p:nvGrpSpPr>
      <p:grpSpPr>
        <a:xfrm>
          <a:off x="0" y="0"/>
          <a:ext cx="0" cy="0"/>
          <a:chOff x="0" y="0"/>
          <a:chExt cx="0" cy="0"/>
        </a:xfrm>
      </p:grpSpPr>
      <p:cxnSp>
        <p:nvCxnSpPr>
          <p:cNvPr id="1654" name="Google Shape;1654;p191"/>
          <p:cNvCxnSpPr/>
          <p:nvPr/>
        </p:nvCxnSpPr>
        <p:spPr>
          <a:xfrm rot="10800000">
            <a:off x="250100" y="50"/>
            <a:ext cx="0" cy="411000"/>
          </a:xfrm>
          <a:prstGeom prst="straightConnector1">
            <a:avLst/>
          </a:prstGeom>
          <a:noFill/>
          <a:ln cap="flat" cmpd="sng" w="28575">
            <a:solidFill>
              <a:srgbClr val="213343"/>
            </a:solidFill>
            <a:prstDash val="solid"/>
            <a:round/>
            <a:headEnd len="med" w="med" type="none"/>
            <a:tailEnd len="med" w="med" type="none"/>
          </a:ln>
        </p:spPr>
      </p:cxnSp>
      <p:sp>
        <p:nvSpPr>
          <p:cNvPr id="1655" name="Google Shape;1655;p191"/>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91"/>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657" name="Google Shape;1657;p191"/>
          <p:cNvGrpSpPr/>
          <p:nvPr/>
        </p:nvGrpSpPr>
        <p:grpSpPr>
          <a:xfrm>
            <a:off x="8247715" y="4884429"/>
            <a:ext cx="648372" cy="183782"/>
            <a:chOff x="12596224" y="4969749"/>
            <a:chExt cx="2253641" cy="638797"/>
          </a:xfrm>
        </p:grpSpPr>
        <p:sp>
          <p:nvSpPr>
            <p:cNvPr id="1658" name="Google Shape;1658;p19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59" name="Google Shape;1659;p19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Navy Banner - White">
  <p:cSld name="CUSTOM_1_1_1_1_1_1_2_2">
    <p:bg>
      <p:bgPr>
        <a:solidFill>
          <a:schemeClr val="lt1"/>
        </a:solidFill>
      </p:bgPr>
    </p:bg>
    <p:spTree>
      <p:nvGrpSpPr>
        <p:cNvPr id="1660" name="Shape 1660"/>
        <p:cNvGrpSpPr/>
        <p:nvPr/>
      </p:nvGrpSpPr>
      <p:grpSpPr>
        <a:xfrm>
          <a:off x="0" y="0"/>
          <a:ext cx="0" cy="0"/>
          <a:chOff x="0" y="0"/>
          <a:chExt cx="0" cy="0"/>
        </a:xfrm>
      </p:grpSpPr>
      <p:cxnSp>
        <p:nvCxnSpPr>
          <p:cNvPr id="1661" name="Google Shape;1661;p192"/>
          <p:cNvCxnSpPr/>
          <p:nvPr/>
        </p:nvCxnSpPr>
        <p:spPr>
          <a:xfrm rot="10800000">
            <a:off x="250100" y="50"/>
            <a:ext cx="0" cy="411000"/>
          </a:xfrm>
          <a:prstGeom prst="straightConnector1">
            <a:avLst/>
          </a:prstGeom>
          <a:noFill/>
          <a:ln cap="flat" cmpd="sng" w="28575">
            <a:solidFill>
              <a:schemeClr val="accent1"/>
            </a:solidFill>
            <a:prstDash val="solid"/>
            <a:round/>
            <a:headEnd len="med" w="med" type="none"/>
            <a:tailEnd len="med" w="med" type="none"/>
          </a:ln>
        </p:spPr>
      </p:cxnSp>
      <p:sp>
        <p:nvSpPr>
          <p:cNvPr id="1662" name="Google Shape;1662;p192"/>
          <p:cNvSpPr/>
          <p:nvPr/>
        </p:nvSpPr>
        <p:spPr>
          <a:xfrm>
            <a:off x="0" y="4808850"/>
            <a:ext cx="9144000" cy="3348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9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13343"/>
              </a:buClr>
              <a:buSzPts val="1400"/>
              <a:buFont typeface="Lexend Deca Medium"/>
              <a:buNone/>
              <a:defRPr b="0" sz="1400">
                <a:solidFill>
                  <a:srgbClr val="213343"/>
                </a:solidFill>
                <a:latin typeface="Lexend Deca Medium"/>
                <a:ea typeface="Lexend Deca Medium"/>
                <a:cs typeface="Lexend Deca Medium"/>
                <a:sym typeface="Lexend Deca Medium"/>
              </a:defRPr>
            </a:lvl1pPr>
            <a:lvl2pPr lvl="1"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2pPr>
            <a:lvl3pPr lvl="2"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3pPr>
            <a:lvl4pPr lvl="3"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4pPr>
            <a:lvl5pPr lvl="4"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5pPr>
            <a:lvl6pPr lvl="5"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6pPr>
            <a:lvl7pPr lvl="6"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7pPr>
            <a:lvl8pPr lvl="7"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8pPr>
            <a:lvl9pPr lvl="8" rtl="0">
              <a:spcBef>
                <a:spcPts val="0"/>
              </a:spcBef>
              <a:spcAft>
                <a:spcPts val="0"/>
              </a:spcAft>
              <a:buClr>
                <a:srgbClr val="213343"/>
              </a:buClr>
              <a:buSzPts val="2800"/>
              <a:buFont typeface="Lexend Deca Medium"/>
              <a:buNone/>
              <a:defRPr>
                <a:solidFill>
                  <a:srgbClr val="213343"/>
                </a:solidFill>
                <a:latin typeface="Lexend Deca Medium"/>
                <a:ea typeface="Lexend Deca Medium"/>
                <a:cs typeface="Lexend Deca Medium"/>
                <a:sym typeface="Lexend Deca Medium"/>
              </a:defRPr>
            </a:lvl9pPr>
          </a:lstStyle>
          <a:p/>
        </p:txBody>
      </p:sp>
      <p:grpSp>
        <p:nvGrpSpPr>
          <p:cNvPr id="1664" name="Google Shape;1664;p192"/>
          <p:cNvGrpSpPr/>
          <p:nvPr/>
        </p:nvGrpSpPr>
        <p:grpSpPr>
          <a:xfrm>
            <a:off x="8247715" y="4884429"/>
            <a:ext cx="648372" cy="183782"/>
            <a:chOff x="12596224" y="4969749"/>
            <a:chExt cx="2253641" cy="638797"/>
          </a:xfrm>
        </p:grpSpPr>
        <p:sp>
          <p:nvSpPr>
            <p:cNvPr id="1665" name="Google Shape;1665;p19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66" name="Google Shape;1666;p19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vy banner">
  <p:cSld name="CUSTOM_1_1_1_1_1_1_2_2_1">
    <p:bg>
      <p:bgPr>
        <a:solidFill>
          <a:schemeClr val="lt1"/>
        </a:solidFill>
      </p:bgPr>
    </p:bg>
    <p:spTree>
      <p:nvGrpSpPr>
        <p:cNvPr id="1667" name="Shape 1667"/>
        <p:cNvGrpSpPr/>
        <p:nvPr/>
      </p:nvGrpSpPr>
      <p:grpSpPr>
        <a:xfrm>
          <a:off x="0" y="0"/>
          <a:ext cx="0" cy="0"/>
          <a:chOff x="0" y="0"/>
          <a:chExt cx="0" cy="0"/>
        </a:xfrm>
      </p:grpSpPr>
      <p:sp>
        <p:nvSpPr>
          <p:cNvPr id="1668" name="Google Shape;1668;p193"/>
          <p:cNvSpPr/>
          <p:nvPr/>
        </p:nvSpPr>
        <p:spPr>
          <a:xfrm>
            <a:off x="0" y="4808850"/>
            <a:ext cx="9144000" cy="3348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9" name="Google Shape;1669;p193"/>
          <p:cNvGrpSpPr/>
          <p:nvPr/>
        </p:nvGrpSpPr>
        <p:grpSpPr>
          <a:xfrm>
            <a:off x="8247715" y="4884429"/>
            <a:ext cx="648372" cy="183782"/>
            <a:chOff x="12596224" y="4969749"/>
            <a:chExt cx="2253641" cy="638797"/>
          </a:xfrm>
        </p:grpSpPr>
        <p:sp>
          <p:nvSpPr>
            <p:cNvPr id="1670" name="Google Shape;1670;p193"/>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71" name="Google Shape;1671;p193"/>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p:cSld name="CUSTOM_1_1_1_1_1_1_2_1">
    <p:bg>
      <p:bgPr>
        <a:solidFill>
          <a:srgbClr val="FF5C35"/>
        </a:solidFill>
      </p:bgPr>
    </p:bg>
    <p:spTree>
      <p:nvGrpSpPr>
        <p:cNvPr id="1672" name="Shape 1672"/>
        <p:cNvGrpSpPr/>
        <p:nvPr/>
      </p:nvGrpSpPr>
      <p:grpSpPr>
        <a:xfrm>
          <a:off x="0" y="0"/>
          <a:ext cx="0" cy="0"/>
          <a:chOff x="0" y="0"/>
          <a:chExt cx="0" cy="0"/>
        </a:xfrm>
      </p:grpSpPr>
      <p:cxnSp>
        <p:nvCxnSpPr>
          <p:cNvPr id="1673" name="Google Shape;1673;p194"/>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674" name="Google Shape;1674;p194"/>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94"/>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676" name="Google Shape;1676;p194"/>
          <p:cNvGrpSpPr/>
          <p:nvPr/>
        </p:nvGrpSpPr>
        <p:grpSpPr>
          <a:xfrm>
            <a:off x="8247715" y="4884429"/>
            <a:ext cx="648372" cy="183782"/>
            <a:chOff x="12596224" y="4969749"/>
            <a:chExt cx="2253641" cy="638797"/>
          </a:xfrm>
        </p:grpSpPr>
        <p:sp>
          <p:nvSpPr>
            <p:cNvPr id="1677" name="Google Shape;1677;p194"/>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78" name="Google Shape;1678;p194"/>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nner">
  <p:cSld name="CUSTOM_1_1_1_1_1_1_2_1_1">
    <p:bg>
      <p:bgPr>
        <a:solidFill>
          <a:srgbClr val="FF5C35"/>
        </a:solidFill>
      </p:bgPr>
    </p:bg>
    <p:spTree>
      <p:nvGrpSpPr>
        <p:cNvPr id="1679" name="Shape 1679"/>
        <p:cNvGrpSpPr/>
        <p:nvPr/>
      </p:nvGrpSpPr>
      <p:grpSpPr>
        <a:xfrm>
          <a:off x="0" y="0"/>
          <a:ext cx="0" cy="0"/>
          <a:chOff x="0" y="0"/>
          <a:chExt cx="0" cy="0"/>
        </a:xfrm>
      </p:grpSpPr>
      <p:sp>
        <p:nvSpPr>
          <p:cNvPr id="1680" name="Google Shape;1680;p195"/>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1" name="Google Shape;1681;p195"/>
          <p:cNvGrpSpPr/>
          <p:nvPr/>
        </p:nvGrpSpPr>
        <p:grpSpPr>
          <a:xfrm>
            <a:off x="8247715" y="4884429"/>
            <a:ext cx="648372" cy="183782"/>
            <a:chOff x="12596224" y="4969749"/>
            <a:chExt cx="2253641" cy="638797"/>
          </a:xfrm>
        </p:grpSpPr>
        <p:sp>
          <p:nvSpPr>
            <p:cNvPr id="1682" name="Google Shape;1682;p195"/>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83" name="Google Shape;1683;p195"/>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Orange">
  <p:cSld name="BLANK_3_1_1_1_1_2_1_1_1_1_1_1_1_1_1_1_1_1_3_1_4">
    <p:bg>
      <p:bgPr>
        <a:solidFill>
          <a:srgbClr val="FF5C35"/>
        </a:solidFill>
      </p:bgPr>
    </p:bg>
    <p:spTree>
      <p:nvGrpSpPr>
        <p:cNvPr id="1684" name="Shape 1684"/>
        <p:cNvGrpSpPr/>
        <p:nvPr/>
      </p:nvGrpSpPr>
      <p:grpSpPr>
        <a:xfrm>
          <a:off x="0" y="0"/>
          <a:ext cx="0" cy="0"/>
          <a:chOff x="0" y="0"/>
          <a:chExt cx="0" cy="0"/>
        </a:xfrm>
      </p:grpSpPr>
      <p:sp>
        <p:nvSpPr>
          <p:cNvPr id="1685" name="Google Shape;1685;p196"/>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1686" name="Google Shape;1686;p19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White">
  <p:cSld name="BLANK_3_1_1_1_1_2_1_1_1_1_1_1_1_1_1_1_1_1_3_1_1_1">
    <p:bg>
      <p:bgPr>
        <a:solidFill>
          <a:schemeClr val="lt1"/>
        </a:solidFill>
      </p:bgPr>
    </p:bg>
    <p:spTree>
      <p:nvGrpSpPr>
        <p:cNvPr id="1687" name="Shape 1687"/>
        <p:cNvGrpSpPr/>
        <p:nvPr/>
      </p:nvGrpSpPr>
      <p:grpSpPr>
        <a:xfrm>
          <a:off x="0" y="0"/>
          <a:ext cx="0" cy="0"/>
          <a:chOff x="0" y="0"/>
          <a:chExt cx="0" cy="0"/>
        </a:xfrm>
      </p:grpSpPr>
      <p:sp>
        <p:nvSpPr>
          <p:cNvPr id="1688" name="Google Shape;1688;p197"/>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213343"/>
                </a:solidFill>
                <a:latin typeface="Lexend Deca"/>
                <a:ea typeface="Lexend Deca"/>
                <a:cs typeface="Lexend Deca"/>
                <a:sym typeface="Lexend Deca"/>
              </a:rPr>
              <a:t>Thank you</a:t>
            </a:r>
            <a:endParaRPr b="0" i="0" sz="6000" u="none" cap="none" strike="noStrike">
              <a:solidFill>
                <a:srgbClr val="213343"/>
              </a:solidFill>
              <a:latin typeface="Lexend Deca"/>
              <a:ea typeface="Lexend Deca"/>
              <a:cs typeface="Lexend Deca"/>
              <a:sym typeface="Lexend Deca"/>
            </a:endParaRPr>
          </a:p>
        </p:txBody>
      </p:sp>
      <p:sp>
        <p:nvSpPr>
          <p:cNvPr id="1689" name="Google Shape;1689;p19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Navy">
  <p:cSld name="BLANK_3_1_1_1_1_2_1_1_1_1_1_1_1_1_1_1_1_1_3_1">
    <p:bg>
      <p:bgPr>
        <a:solidFill>
          <a:srgbClr val="213343"/>
        </a:solidFill>
      </p:bgPr>
    </p:bg>
    <p:spTree>
      <p:nvGrpSpPr>
        <p:cNvPr id="1690" name="Shape 1690"/>
        <p:cNvGrpSpPr/>
        <p:nvPr/>
      </p:nvGrpSpPr>
      <p:grpSpPr>
        <a:xfrm>
          <a:off x="0" y="0"/>
          <a:ext cx="0" cy="0"/>
          <a:chOff x="0" y="0"/>
          <a:chExt cx="0" cy="0"/>
        </a:xfrm>
      </p:grpSpPr>
      <p:sp>
        <p:nvSpPr>
          <p:cNvPr id="1691" name="Google Shape;1691;p198"/>
          <p:cNvSpPr txBox="1"/>
          <p:nvPr/>
        </p:nvSpPr>
        <p:spPr>
          <a:xfrm>
            <a:off x="1970807" y="1899150"/>
            <a:ext cx="4996200" cy="1078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0" i="0" lang="en" sz="6000" u="none" cap="none" strike="noStrike">
                <a:solidFill>
                  <a:srgbClr val="FFFFFF"/>
                </a:solidFill>
                <a:latin typeface="Lexend Deca"/>
                <a:ea typeface="Lexend Deca"/>
                <a:cs typeface="Lexend Deca"/>
                <a:sym typeface="Lexend Deca"/>
              </a:rPr>
              <a:t>Thank you</a:t>
            </a:r>
            <a:endParaRPr b="0" i="0" sz="6000" u="none" cap="none" strike="noStrike">
              <a:solidFill>
                <a:srgbClr val="FFFFFF"/>
              </a:solidFill>
              <a:latin typeface="Lexend Deca"/>
              <a:ea typeface="Lexend Deca"/>
              <a:cs typeface="Lexend Deca"/>
              <a:sym typeface="Lexend Deca"/>
            </a:endParaRPr>
          </a:p>
        </p:txBody>
      </p:sp>
      <p:sp>
        <p:nvSpPr>
          <p:cNvPr id="1692" name="Google Shape;1692;p19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with Orange Banner">
  <p:cSld name="BLANK_3_1_1_1_1_2_1_1_1_1_1_1_1_1_1_1_1_1_1_1_2">
    <p:bg>
      <p:bgPr>
        <a:solidFill>
          <a:schemeClr val="lt1"/>
        </a:solidFill>
      </p:bgPr>
    </p:bg>
    <p:spTree>
      <p:nvGrpSpPr>
        <p:cNvPr id="1693" name="Shape 1693"/>
        <p:cNvGrpSpPr/>
        <p:nvPr/>
      </p:nvGrpSpPr>
      <p:grpSpPr>
        <a:xfrm>
          <a:off x="0" y="0"/>
          <a:ext cx="0" cy="0"/>
          <a:chOff x="0" y="0"/>
          <a:chExt cx="0" cy="0"/>
        </a:xfrm>
      </p:grpSpPr>
      <p:sp>
        <p:nvSpPr>
          <p:cNvPr id="1694" name="Google Shape;1694;p199"/>
          <p:cNvSpPr/>
          <p:nvPr/>
        </p:nvSpPr>
        <p:spPr>
          <a:xfrm>
            <a:off x="0" y="0"/>
            <a:ext cx="9144000" cy="1532700"/>
          </a:xfrm>
          <a:prstGeom prst="rect">
            <a:avLst/>
          </a:prstGeom>
          <a:solidFill>
            <a:srgbClr val="213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5" name="Google Shape;1695;p199"/>
          <p:cNvSpPr txBox="1"/>
          <p:nvPr>
            <p:ph type="title"/>
          </p:nvPr>
        </p:nvSpPr>
        <p:spPr>
          <a:xfrm>
            <a:off x="311700" y="479991"/>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600"/>
              <a:buNone/>
              <a:defRPr b="0" i="0" sz="3600">
                <a:solidFill>
                  <a:schemeClr val="lt1"/>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800"/>
              <a:buNone/>
              <a:defRPr sz="3800">
                <a:solidFill>
                  <a:srgbClr val="FFFFFF"/>
                </a:solidFill>
              </a:defRPr>
            </a:lvl2pPr>
            <a:lvl3pPr lvl="2" rtl="0" algn="ctr">
              <a:lnSpc>
                <a:spcPct val="100000"/>
              </a:lnSpc>
              <a:spcBef>
                <a:spcPts val="0"/>
              </a:spcBef>
              <a:spcAft>
                <a:spcPts val="0"/>
              </a:spcAft>
              <a:buSzPts val="2800"/>
              <a:buNone/>
              <a:defRPr sz="3800">
                <a:solidFill>
                  <a:srgbClr val="FFFFFF"/>
                </a:solidFill>
              </a:defRPr>
            </a:lvl3pPr>
            <a:lvl4pPr lvl="3" rtl="0" algn="ctr">
              <a:lnSpc>
                <a:spcPct val="100000"/>
              </a:lnSpc>
              <a:spcBef>
                <a:spcPts val="0"/>
              </a:spcBef>
              <a:spcAft>
                <a:spcPts val="0"/>
              </a:spcAft>
              <a:buSzPts val="2800"/>
              <a:buNone/>
              <a:defRPr sz="3800">
                <a:solidFill>
                  <a:srgbClr val="FFFFFF"/>
                </a:solidFill>
              </a:defRPr>
            </a:lvl4pPr>
            <a:lvl5pPr lvl="4" rtl="0" algn="ctr">
              <a:lnSpc>
                <a:spcPct val="100000"/>
              </a:lnSpc>
              <a:spcBef>
                <a:spcPts val="0"/>
              </a:spcBef>
              <a:spcAft>
                <a:spcPts val="0"/>
              </a:spcAft>
              <a:buSzPts val="2800"/>
              <a:buNone/>
              <a:defRPr sz="3800">
                <a:solidFill>
                  <a:srgbClr val="FFFFFF"/>
                </a:solidFill>
              </a:defRPr>
            </a:lvl5pPr>
            <a:lvl6pPr lvl="5" rtl="0" algn="ctr">
              <a:lnSpc>
                <a:spcPct val="100000"/>
              </a:lnSpc>
              <a:spcBef>
                <a:spcPts val="0"/>
              </a:spcBef>
              <a:spcAft>
                <a:spcPts val="0"/>
              </a:spcAft>
              <a:buSzPts val="2800"/>
              <a:buNone/>
              <a:defRPr sz="3800">
                <a:solidFill>
                  <a:srgbClr val="FFFFFF"/>
                </a:solidFill>
              </a:defRPr>
            </a:lvl6pPr>
            <a:lvl7pPr lvl="6" rtl="0" algn="ctr">
              <a:lnSpc>
                <a:spcPct val="100000"/>
              </a:lnSpc>
              <a:spcBef>
                <a:spcPts val="0"/>
              </a:spcBef>
              <a:spcAft>
                <a:spcPts val="0"/>
              </a:spcAft>
              <a:buSzPts val="2800"/>
              <a:buNone/>
              <a:defRPr sz="3800">
                <a:solidFill>
                  <a:srgbClr val="FFFFFF"/>
                </a:solidFill>
              </a:defRPr>
            </a:lvl7pPr>
            <a:lvl8pPr lvl="7" rtl="0" algn="ctr">
              <a:lnSpc>
                <a:spcPct val="100000"/>
              </a:lnSpc>
              <a:spcBef>
                <a:spcPts val="0"/>
              </a:spcBef>
              <a:spcAft>
                <a:spcPts val="0"/>
              </a:spcAft>
              <a:buSzPts val="2800"/>
              <a:buNone/>
              <a:defRPr sz="3800">
                <a:solidFill>
                  <a:srgbClr val="FFFFFF"/>
                </a:solidFill>
              </a:defRPr>
            </a:lvl8pPr>
            <a:lvl9pPr lvl="8" rtl="0" algn="ctr">
              <a:lnSpc>
                <a:spcPct val="100000"/>
              </a:lnSpc>
              <a:spcBef>
                <a:spcPts val="0"/>
              </a:spcBef>
              <a:spcAft>
                <a:spcPts val="0"/>
              </a:spcAft>
              <a:buSzPts val="2800"/>
              <a:buNone/>
              <a:defRPr sz="3800">
                <a:solidFill>
                  <a:srgbClr val="FFFFFF"/>
                </a:solidFill>
              </a:defRPr>
            </a:lvl9pPr>
          </a:lstStyle>
          <a:p/>
        </p:txBody>
      </p:sp>
      <p:sp>
        <p:nvSpPr>
          <p:cNvPr id="1696" name="Google Shape;1696;p199"/>
          <p:cNvSpPr/>
          <p:nvPr/>
        </p:nvSpPr>
        <p:spPr>
          <a:xfrm>
            <a:off x="0" y="4808850"/>
            <a:ext cx="9144000" cy="3348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7" name="Google Shape;1697;p199"/>
          <p:cNvGrpSpPr/>
          <p:nvPr/>
        </p:nvGrpSpPr>
        <p:grpSpPr>
          <a:xfrm>
            <a:off x="8247715" y="4884429"/>
            <a:ext cx="648372" cy="183782"/>
            <a:chOff x="12596224" y="4969749"/>
            <a:chExt cx="2253641" cy="638797"/>
          </a:xfrm>
        </p:grpSpPr>
        <p:sp>
          <p:nvSpPr>
            <p:cNvPr id="1698" name="Google Shape;1698;p19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699" name="Google Shape;1699;p19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White Banner">
  <p:cSld name="BLANK_3_1_1_1_1_2_1_1_1_1_1_1_1_1_1_1_1_1_1_1">
    <p:bg>
      <p:bgPr>
        <a:solidFill>
          <a:srgbClr val="213343"/>
        </a:solidFill>
      </p:bgPr>
    </p:bg>
    <p:spTree>
      <p:nvGrpSpPr>
        <p:cNvPr id="1700" name="Shape 1700"/>
        <p:cNvGrpSpPr/>
        <p:nvPr/>
      </p:nvGrpSpPr>
      <p:grpSpPr>
        <a:xfrm>
          <a:off x="0" y="0"/>
          <a:ext cx="0" cy="0"/>
          <a:chOff x="0" y="0"/>
          <a:chExt cx="0" cy="0"/>
        </a:xfrm>
      </p:grpSpPr>
      <p:sp>
        <p:nvSpPr>
          <p:cNvPr id="1701" name="Google Shape;1701;p200"/>
          <p:cNvSpPr/>
          <p:nvPr/>
        </p:nvSpPr>
        <p:spPr>
          <a:xfrm>
            <a:off x="0" y="0"/>
            <a:ext cx="9144000" cy="15327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2" name="Google Shape;1702;p200"/>
          <p:cNvSpPr txBox="1"/>
          <p:nvPr>
            <p:ph type="title"/>
          </p:nvPr>
        </p:nvSpPr>
        <p:spPr>
          <a:xfrm>
            <a:off x="311700" y="479991"/>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2600"/>
              <a:buNone/>
              <a:defRPr b="0" i="0" sz="3600">
                <a:solidFill>
                  <a:schemeClr val="lt1"/>
                </a:solidFill>
                <a:latin typeface="Lexend Deca Medium"/>
                <a:ea typeface="Lexend Deca Medium"/>
                <a:cs typeface="Lexend Deca Medium"/>
                <a:sym typeface="Lexend Deca Medium"/>
              </a:defRPr>
            </a:lvl1pPr>
            <a:lvl2pPr lvl="1" rtl="0" algn="ctr">
              <a:lnSpc>
                <a:spcPct val="100000"/>
              </a:lnSpc>
              <a:spcBef>
                <a:spcPts val="0"/>
              </a:spcBef>
              <a:spcAft>
                <a:spcPts val="0"/>
              </a:spcAft>
              <a:buClr>
                <a:schemeClr val="lt1"/>
              </a:buClr>
              <a:buSzPts val="2600"/>
              <a:buNone/>
              <a:defRPr sz="3600">
                <a:solidFill>
                  <a:schemeClr val="lt1"/>
                </a:solidFill>
              </a:defRPr>
            </a:lvl2pPr>
            <a:lvl3pPr lvl="2" rtl="0" algn="ctr">
              <a:lnSpc>
                <a:spcPct val="100000"/>
              </a:lnSpc>
              <a:spcBef>
                <a:spcPts val="0"/>
              </a:spcBef>
              <a:spcAft>
                <a:spcPts val="0"/>
              </a:spcAft>
              <a:buClr>
                <a:schemeClr val="lt1"/>
              </a:buClr>
              <a:buSzPts val="2600"/>
              <a:buNone/>
              <a:defRPr sz="3600">
                <a:solidFill>
                  <a:schemeClr val="lt1"/>
                </a:solidFill>
              </a:defRPr>
            </a:lvl3pPr>
            <a:lvl4pPr lvl="3" rtl="0" algn="ctr">
              <a:lnSpc>
                <a:spcPct val="100000"/>
              </a:lnSpc>
              <a:spcBef>
                <a:spcPts val="0"/>
              </a:spcBef>
              <a:spcAft>
                <a:spcPts val="0"/>
              </a:spcAft>
              <a:buClr>
                <a:schemeClr val="lt1"/>
              </a:buClr>
              <a:buSzPts val="2600"/>
              <a:buNone/>
              <a:defRPr sz="3600">
                <a:solidFill>
                  <a:schemeClr val="lt1"/>
                </a:solidFill>
              </a:defRPr>
            </a:lvl4pPr>
            <a:lvl5pPr lvl="4" rtl="0" algn="ctr">
              <a:lnSpc>
                <a:spcPct val="100000"/>
              </a:lnSpc>
              <a:spcBef>
                <a:spcPts val="0"/>
              </a:spcBef>
              <a:spcAft>
                <a:spcPts val="0"/>
              </a:spcAft>
              <a:buClr>
                <a:schemeClr val="lt1"/>
              </a:buClr>
              <a:buSzPts val="2600"/>
              <a:buNone/>
              <a:defRPr sz="3600">
                <a:solidFill>
                  <a:schemeClr val="lt1"/>
                </a:solidFill>
              </a:defRPr>
            </a:lvl5pPr>
            <a:lvl6pPr lvl="5" rtl="0" algn="ctr">
              <a:lnSpc>
                <a:spcPct val="100000"/>
              </a:lnSpc>
              <a:spcBef>
                <a:spcPts val="0"/>
              </a:spcBef>
              <a:spcAft>
                <a:spcPts val="0"/>
              </a:spcAft>
              <a:buClr>
                <a:schemeClr val="lt1"/>
              </a:buClr>
              <a:buSzPts val="2600"/>
              <a:buNone/>
              <a:defRPr sz="3600">
                <a:solidFill>
                  <a:schemeClr val="lt1"/>
                </a:solidFill>
              </a:defRPr>
            </a:lvl6pPr>
            <a:lvl7pPr lvl="6" rtl="0" algn="ctr">
              <a:lnSpc>
                <a:spcPct val="100000"/>
              </a:lnSpc>
              <a:spcBef>
                <a:spcPts val="0"/>
              </a:spcBef>
              <a:spcAft>
                <a:spcPts val="0"/>
              </a:spcAft>
              <a:buClr>
                <a:schemeClr val="lt1"/>
              </a:buClr>
              <a:buSzPts val="2600"/>
              <a:buNone/>
              <a:defRPr sz="3600">
                <a:solidFill>
                  <a:schemeClr val="lt1"/>
                </a:solidFill>
              </a:defRPr>
            </a:lvl7pPr>
            <a:lvl8pPr lvl="7" rtl="0" algn="ctr">
              <a:lnSpc>
                <a:spcPct val="100000"/>
              </a:lnSpc>
              <a:spcBef>
                <a:spcPts val="0"/>
              </a:spcBef>
              <a:spcAft>
                <a:spcPts val="0"/>
              </a:spcAft>
              <a:buClr>
                <a:schemeClr val="lt1"/>
              </a:buClr>
              <a:buSzPts val="2600"/>
              <a:buNone/>
              <a:defRPr sz="3600">
                <a:solidFill>
                  <a:schemeClr val="lt1"/>
                </a:solidFill>
              </a:defRPr>
            </a:lvl8pPr>
            <a:lvl9pPr lvl="8" rtl="0" algn="ctr">
              <a:lnSpc>
                <a:spcPct val="100000"/>
              </a:lnSpc>
              <a:spcBef>
                <a:spcPts val="0"/>
              </a:spcBef>
              <a:spcAft>
                <a:spcPts val="0"/>
              </a:spcAft>
              <a:buClr>
                <a:schemeClr val="lt1"/>
              </a:buClr>
              <a:buSzPts val="2600"/>
              <a:buNone/>
              <a:defRPr sz="3600">
                <a:solidFill>
                  <a:schemeClr val="lt1"/>
                </a:solidFill>
              </a:defRPr>
            </a:lvl9pPr>
          </a:lstStyle>
          <a:p/>
        </p:txBody>
      </p:sp>
      <p:sp>
        <p:nvSpPr>
          <p:cNvPr id="1703" name="Google Shape;1703;p200"/>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4" name="Google Shape;1704;p200"/>
          <p:cNvGrpSpPr/>
          <p:nvPr/>
        </p:nvGrpSpPr>
        <p:grpSpPr>
          <a:xfrm>
            <a:off x="8247715" y="4884429"/>
            <a:ext cx="648372" cy="183782"/>
            <a:chOff x="12596224" y="4969749"/>
            <a:chExt cx="2253641" cy="638797"/>
          </a:xfrm>
        </p:grpSpPr>
        <p:sp>
          <p:nvSpPr>
            <p:cNvPr id="1705" name="Google Shape;1705;p20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06" name="Google Shape;1706;p20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with Navy Banner">
  <p:cSld name="BLANK_3_1_1_1_1_2_1_1_1_1_1_1_1_1_1_1_1_1_1_1_1">
    <p:bg>
      <p:bgPr>
        <a:solidFill>
          <a:srgbClr val="F5F8FA"/>
        </a:solidFill>
      </p:bgPr>
    </p:bg>
    <p:spTree>
      <p:nvGrpSpPr>
        <p:cNvPr id="1707" name="Shape 1707"/>
        <p:cNvGrpSpPr/>
        <p:nvPr/>
      </p:nvGrpSpPr>
      <p:grpSpPr>
        <a:xfrm>
          <a:off x="0" y="0"/>
          <a:ext cx="0" cy="0"/>
          <a:chOff x="0" y="0"/>
          <a:chExt cx="0" cy="0"/>
        </a:xfrm>
      </p:grpSpPr>
      <p:sp>
        <p:nvSpPr>
          <p:cNvPr id="1708" name="Google Shape;1708;p201"/>
          <p:cNvSpPr/>
          <p:nvPr/>
        </p:nvSpPr>
        <p:spPr>
          <a:xfrm>
            <a:off x="0" y="0"/>
            <a:ext cx="9144000" cy="1532700"/>
          </a:xfrm>
          <a:prstGeom prst="rect">
            <a:avLst/>
          </a:prstGeom>
          <a:solidFill>
            <a:srgbClr val="FF5C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09" name="Google Shape;1709;p201"/>
          <p:cNvSpPr txBox="1"/>
          <p:nvPr>
            <p:ph type="title"/>
          </p:nvPr>
        </p:nvSpPr>
        <p:spPr>
          <a:xfrm>
            <a:off x="311700" y="480000"/>
            <a:ext cx="85206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600"/>
              <a:buNone/>
              <a:defRPr b="0" i="0" sz="3600">
                <a:solidFill>
                  <a:srgbClr val="F6F9FC"/>
                </a:solidFill>
                <a:latin typeface="Lexend Deca Medium"/>
                <a:ea typeface="Lexend Deca Medium"/>
                <a:cs typeface="Lexend Deca Medium"/>
                <a:sym typeface="Lexend Deca Medium"/>
              </a:defRPr>
            </a:lvl1pPr>
            <a:lvl2pPr lvl="1" rtl="0" algn="ctr">
              <a:lnSpc>
                <a:spcPct val="100000"/>
              </a:lnSpc>
              <a:spcBef>
                <a:spcPts val="0"/>
              </a:spcBef>
              <a:spcAft>
                <a:spcPts val="0"/>
              </a:spcAft>
              <a:buSzPts val="2600"/>
              <a:buNone/>
              <a:defRPr sz="3600">
                <a:solidFill>
                  <a:srgbClr val="FFFFFF"/>
                </a:solidFill>
              </a:defRPr>
            </a:lvl2pPr>
            <a:lvl3pPr lvl="2" rtl="0" algn="ctr">
              <a:lnSpc>
                <a:spcPct val="100000"/>
              </a:lnSpc>
              <a:spcBef>
                <a:spcPts val="0"/>
              </a:spcBef>
              <a:spcAft>
                <a:spcPts val="0"/>
              </a:spcAft>
              <a:buSzPts val="2600"/>
              <a:buNone/>
              <a:defRPr sz="3600">
                <a:solidFill>
                  <a:srgbClr val="FFFFFF"/>
                </a:solidFill>
              </a:defRPr>
            </a:lvl3pPr>
            <a:lvl4pPr lvl="3" rtl="0" algn="ctr">
              <a:lnSpc>
                <a:spcPct val="100000"/>
              </a:lnSpc>
              <a:spcBef>
                <a:spcPts val="0"/>
              </a:spcBef>
              <a:spcAft>
                <a:spcPts val="0"/>
              </a:spcAft>
              <a:buSzPts val="2600"/>
              <a:buNone/>
              <a:defRPr sz="3600">
                <a:solidFill>
                  <a:srgbClr val="FFFFFF"/>
                </a:solidFill>
              </a:defRPr>
            </a:lvl4pPr>
            <a:lvl5pPr lvl="4" rtl="0" algn="ctr">
              <a:lnSpc>
                <a:spcPct val="100000"/>
              </a:lnSpc>
              <a:spcBef>
                <a:spcPts val="0"/>
              </a:spcBef>
              <a:spcAft>
                <a:spcPts val="0"/>
              </a:spcAft>
              <a:buSzPts val="2600"/>
              <a:buNone/>
              <a:defRPr sz="3600">
                <a:solidFill>
                  <a:srgbClr val="FFFFFF"/>
                </a:solidFill>
              </a:defRPr>
            </a:lvl5pPr>
            <a:lvl6pPr lvl="5" rtl="0" algn="ctr">
              <a:lnSpc>
                <a:spcPct val="100000"/>
              </a:lnSpc>
              <a:spcBef>
                <a:spcPts val="0"/>
              </a:spcBef>
              <a:spcAft>
                <a:spcPts val="0"/>
              </a:spcAft>
              <a:buSzPts val="2600"/>
              <a:buNone/>
              <a:defRPr sz="3600">
                <a:solidFill>
                  <a:srgbClr val="FFFFFF"/>
                </a:solidFill>
              </a:defRPr>
            </a:lvl6pPr>
            <a:lvl7pPr lvl="6" rtl="0" algn="ctr">
              <a:lnSpc>
                <a:spcPct val="100000"/>
              </a:lnSpc>
              <a:spcBef>
                <a:spcPts val="0"/>
              </a:spcBef>
              <a:spcAft>
                <a:spcPts val="0"/>
              </a:spcAft>
              <a:buSzPts val="2600"/>
              <a:buNone/>
              <a:defRPr sz="3600">
                <a:solidFill>
                  <a:srgbClr val="FFFFFF"/>
                </a:solidFill>
              </a:defRPr>
            </a:lvl7pPr>
            <a:lvl8pPr lvl="7" rtl="0" algn="ctr">
              <a:lnSpc>
                <a:spcPct val="100000"/>
              </a:lnSpc>
              <a:spcBef>
                <a:spcPts val="0"/>
              </a:spcBef>
              <a:spcAft>
                <a:spcPts val="0"/>
              </a:spcAft>
              <a:buSzPts val="2600"/>
              <a:buNone/>
              <a:defRPr sz="3600">
                <a:solidFill>
                  <a:srgbClr val="FFFFFF"/>
                </a:solidFill>
              </a:defRPr>
            </a:lvl8pPr>
            <a:lvl9pPr lvl="8" rtl="0" algn="ctr">
              <a:lnSpc>
                <a:spcPct val="100000"/>
              </a:lnSpc>
              <a:spcBef>
                <a:spcPts val="0"/>
              </a:spcBef>
              <a:spcAft>
                <a:spcPts val="0"/>
              </a:spcAft>
              <a:buSzPts val="2600"/>
              <a:buNone/>
              <a:defRPr sz="3600">
                <a:solidFill>
                  <a:srgbClr val="FFFFFF"/>
                </a:solidFill>
              </a:defRPr>
            </a:lvl9pPr>
          </a:lstStyle>
          <a:p/>
        </p:txBody>
      </p:sp>
      <p:sp>
        <p:nvSpPr>
          <p:cNvPr id="1710" name="Google Shape;1710;p201"/>
          <p:cNvSpPr/>
          <p:nvPr/>
        </p:nvSpPr>
        <p:spPr>
          <a:xfrm>
            <a:off x="0" y="4808850"/>
            <a:ext cx="9144000" cy="3348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1" name="Google Shape;1711;p201"/>
          <p:cNvGrpSpPr/>
          <p:nvPr/>
        </p:nvGrpSpPr>
        <p:grpSpPr>
          <a:xfrm>
            <a:off x="8247715" y="4884429"/>
            <a:ext cx="648372" cy="183782"/>
            <a:chOff x="12596224" y="4969749"/>
            <a:chExt cx="2253641" cy="638797"/>
          </a:xfrm>
        </p:grpSpPr>
        <p:sp>
          <p:nvSpPr>
            <p:cNvPr id="1712" name="Google Shape;1712;p20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13" name="Google Shape;1713;p20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p:cSld name="BLANK_3_1_1_1_1_2_1_1_1_1_1_1_1_1_1_1_1_1_1_1_1_1_1_1_1_2">
    <p:bg>
      <p:bgPr>
        <a:solidFill>
          <a:srgbClr val="F6F9FC"/>
        </a:solidFill>
      </p:bgPr>
    </p:bg>
    <p:spTree>
      <p:nvGrpSpPr>
        <p:cNvPr id="1714" name="Shape 1714"/>
        <p:cNvGrpSpPr/>
        <p:nvPr/>
      </p:nvGrpSpPr>
      <p:grpSpPr>
        <a:xfrm>
          <a:off x="0" y="0"/>
          <a:ext cx="0" cy="0"/>
          <a:chOff x="0" y="0"/>
          <a:chExt cx="0" cy="0"/>
        </a:xfrm>
      </p:grpSpPr>
      <p:sp>
        <p:nvSpPr>
          <p:cNvPr id="1715" name="Google Shape;1715;p202"/>
          <p:cNvSpPr/>
          <p:nvPr/>
        </p:nvSpPr>
        <p:spPr>
          <a:xfrm>
            <a:off x="-9450" y="0"/>
            <a:ext cx="9162900" cy="1730400"/>
          </a:xfrm>
          <a:prstGeom prst="rect">
            <a:avLst/>
          </a:prstGeom>
          <a:solidFill>
            <a:srgbClr val="213343"/>
          </a:solidFill>
          <a:ln cap="flat" cmpd="sng" w="9525">
            <a:solidFill>
              <a:srgbClr val="2133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202"/>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sp>
        <p:nvSpPr>
          <p:cNvPr id="1717" name="Google Shape;1717;p20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Orange Title Bar">
  <p:cSld name="BLANK_3_1_1_1_1_2_1_1_1_1_1_1_1_1_1_1_1_1_1_1_1_1_1_1_1_2_1">
    <p:bg>
      <p:bgPr>
        <a:solidFill>
          <a:srgbClr val="F6F9FC"/>
        </a:solidFill>
      </p:bgPr>
    </p:bg>
    <p:spTree>
      <p:nvGrpSpPr>
        <p:cNvPr id="1718" name="Shape 1718"/>
        <p:cNvGrpSpPr/>
        <p:nvPr/>
      </p:nvGrpSpPr>
      <p:grpSpPr>
        <a:xfrm>
          <a:off x="0" y="0"/>
          <a:ext cx="0" cy="0"/>
          <a:chOff x="0" y="0"/>
          <a:chExt cx="0" cy="0"/>
        </a:xfrm>
      </p:grpSpPr>
      <p:sp>
        <p:nvSpPr>
          <p:cNvPr id="1719" name="Google Shape;1719;p203"/>
          <p:cNvSpPr/>
          <p:nvPr/>
        </p:nvSpPr>
        <p:spPr>
          <a:xfrm>
            <a:off x="-9450" y="0"/>
            <a:ext cx="9162900" cy="1730400"/>
          </a:xfrm>
          <a:prstGeom prst="rect">
            <a:avLst/>
          </a:prstGeom>
          <a:solidFill>
            <a:srgbClr val="FF5C35"/>
          </a:solidFill>
          <a:ln cap="flat" cmpd="sng" w="9525">
            <a:solidFill>
              <a:srgbClr val="FF5C3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03"/>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b="0" i="0" sz="3600">
                <a:solidFill>
                  <a:srgbClr val="FFFFFF"/>
                </a:solidFill>
                <a:latin typeface="Lexend Deca Medium"/>
                <a:ea typeface="Lexend Deca Medium"/>
                <a:cs typeface="Lexend Deca Medium"/>
                <a:sym typeface="Lexend Deca Medium"/>
              </a:defRPr>
            </a:lvl1pPr>
            <a:lvl2pPr lvl="1" rtl="0" algn="l">
              <a:lnSpc>
                <a:spcPct val="100000"/>
              </a:lnSpc>
              <a:spcBef>
                <a:spcPts val="0"/>
              </a:spcBef>
              <a:spcAft>
                <a:spcPts val="0"/>
              </a:spcAft>
              <a:buSzPts val="2800"/>
              <a:buNone/>
              <a:defRPr sz="3600">
                <a:solidFill>
                  <a:srgbClr val="FFFFFF"/>
                </a:solidFill>
              </a:defRPr>
            </a:lvl2pPr>
            <a:lvl3pPr lvl="2" rtl="0" algn="l">
              <a:lnSpc>
                <a:spcPct val="100000"/>
              </a:lnSpc>
              <a:spcBef>
                <a:spcPts val="0"/>
              </a:spcBef>
              <a:spcAft>
                <a:spcPts val="0"/>
              </a:spcAft>
              <a:buSzPts val="2800"/>
              <a:buNone/>
              <a:defRPr sz="3600">
                <a:solidFill>
                  <a:srgbClr val="FFFFFF"/>
                </a:solidFill>
              </a:defRPr>
            </a:lvl3pPr>
            <a:lvl4pPr lvl="3" rtl="0" algn="l">
              <a:lnSpc>
                <a:spcPct val="100000"/>
              </a:lnSpc>
              <a:spcBef>
                <a:spcPts val="0"/>
              </a:spcBef>
              <a:spcAft>
                <a:spcPts val="0"/>
              </a:spcAft>
              <a:buSzPts val="2800"/>
              <a:buNone/>
              <a:defRPr sz="3600">
                <a:solidFill>
                  <a:srgbClr val="FFFFFF"/>
                </a:solidFill>
              </a:defRPr>
            </a:lvl4pPr>
            <a:lvl5pPr lvl="4" rtl="0" algn="l">
              <a:lnSpc>
                <a:spcPct val="100000"/>
              </a:lnSpc>
              <a:spcBef>
                <a:spcPts val="0"/>
              </a:spcBef>
              <a:spcAft>
                <a:spcPts val="0"/>
              </a:spcAft>
              <a:buSzPts val="2800"/>
              <a:buNone/>
              <a:defRPr sz="3600">
                <a:solidFill>
                  <a:srgbClr val="FFFFFF"/>
                </a:solidFill>
              </a:defRPr>
            </a:lvl5pPr>
            <a:lvl6pPr lvl="5" rtl="0" algn="l">
              <a:lnSpc>
                <a:spcPct val="100000"/>
              </a:lnSpc>
              <a:spcBef>
                <a:spcPts val="0"/>
              </a:spcBef>
              <a:spcAft>
                <a:spcPts val="0"/>
              </a:spcAft>
              <a:buSzPts val="2800"/>
              <a:buNone/>
              <a:defRPr sz="3600">
                <a:solidFill>
                  <a:srgbClr val="FFFFFF"/>
                </a:solidFill>
              </a:defRPr>
            </a:lvl6pPr>
            <a:lvl7pPr lvl="6" rtl="0" algn="l">
              <a:lnSpc>
                <a:spcPct val="100000"/>
              </a:lnSpc>
              <a:spcBef>
                <a:spcPts val="0"/>
              </a:spcBef>
              <a:spcAft>
                <a:spcPts val="0"/>
              </a:spcAft>
              <a:buSzPts val="2800"/>
              <a:buNone/>
              <a:defRPr sz="3600">
                <a:solidFill>
                  <a:srgbClr val="FFFFFF"/>
                </a:solidFill>
              </a:defRPr>
            </a:lvl7pPr>
            <a:lvl8pPr lvl="7" rtl="0" algn="l">
              <a:lnSpc>
                <a:spcPct val="100000"/>
              </a:lnSpc>
              <a:spcBef>
                <a:spcPts val="0"/>
              </a:spcBef>
              <a:spcAft>
                <a:spcPts val="0"/>
              </a:spcAft>
              <a:buSzPts val="2800"/>
              <a:buNone/>
              <a:defRPr sz="3600">
                <a:solidFill>
                  <a:srgbClr val="FFFFFF"/>
                </a:solidFill>
              </a:defRPr>
            </a:lvl8pPr>
            <a:lvl9pPr lvl="8" rtl="0" algn="l">
              <a:lnSpc>
                <a:spcPct val="100000"/>
              </a:lnSpc>
              <a:spcBef>
                <a:spcPts val="0"/>
              </a:spcBef>
              <a:spcAft>
                <a:spcPts val="0"/>
              </a:spcAft>
              <a:buSzPts val="2800"/>
              <a:buNone/>
              <a:defRPr sz="3600">
                <a:solidFill>
                  <a:srgbClr val="FFFFFF"/>
                </a:solidFill>
              </a:defRPr>
            </a:lvl9pPr>
          </a:lstStyle>
          <a:p/>
        </p:txBody>
      </p:sp>
      <p:sp>
        <p:nvSpPr>
          <p:cNvPr id="1721" name="Google Shape;1721;p20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White Title Bar">
  <p:cSld name="BLANK_3_1_1_1_1_2_1_1_1_1_1_1_1_1_1_1_1_1_1_1_1_1_1_1_1_2_1_1">
    <p:bg>
      <p:bgPr>
        <a:solidFill>
          <a:srgbClr val="213343"/>
        </a:solidFill>
      </p:bgPr>
    </p:bg>
    <p:spTree>
      <p:nvGrpSpPr>
        <p:cNvPr id="1722" name="Shape 1722"/>
        <p:cNvGrpSpPr/>
        <p:nvPr/>
      </p:nvGrpSpPr>
      <p:grpSpPr>
        <a:xfrm>
          <a:off x="0" y="0"/>
          <a:ext cx="0" cy="0"/>
          <a:chOff x="0" y="0"/>
          <a:chExt cx="0" cy="0"/>
        </a:xfrm>
      </p:grpSpPr>
      <p:sp>
        <p:nvSpPr>
          <p:cNvPr id="1723" name="Google Shape;1723;p204"/>
          <p:cNvSpPr/>
          <p:nvPr/>
        </p:nvSpPr>
        <p:spPr>
          <a:xfrm>
            <a:off x="-9450" y="0"/>
            <a:ext cx="9162900" cy="17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204"/>
          <p:cNvSpPr txBox="1"/>
          <p:nvPr>
            <p:ph type="title"/>
          </p:nvPr>
        </p:nvSpPr>
        <p:spPr>
          <a:xfrm>
            <a:off x="453175" y="578858"/>
            <a:ext cx="8526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213343"/>
              </a:buClr>
              <a:buSzPts val="2800"/>
              <a:buNone/>
              <a:defRPr b="0" i="0" sz="3600">
                <a:solidFill>
                  <a:srgbClr val="213343"/>
                </a:solidFill>
                <a:latin typeface="Lexend Deca Medium"/>
                <a:ea typeface="Lexend Deca Medium"/>
                <a:cs typeface="Lexend Deca Medium"/>
                <a:sym typeface="Lexend Deca Medium"/>
              </a:defRPr>
            </a:lvl1pPr>
            <a:lvl2pPr lvl="1" rtl="0" algn="l">
              <a:lnSpc>
                <a:spcPct val="100000"/>
              </a:lnSpc>
              <a:spcBef>
                <a:spcPts val="0"/>
              </a:spcBef>
              <a:spcAft>
                <a:spcPts val="0"/>
              </a:spcAft>
              <a:buClr>
                <a:srgbClr val="FF5C35"/>
              </a:buClr>
              <a:buSzPts val="2800"/>
              <a:buNone/>
              <a:defRPr sz="3600">
                <a:solidFill>
                  <a:srgbClr val="FF5C35"/>
                </a:solidFill>
              </a:defRPr>
            </a:lvl2pPr>
            <a:lvl3pPr lvl="2" rtl="0" algn="l">
              <a:lnSpc>
                <a:spcPct val="100000"/>
              </a:lnSpc>
              <a:spcBef>
                <a:spcPts val="0"/>
              </a:spcBef>
              <a:spcAft>
                <a:spcPts val="0"/>
              </a:spcAft>
              <a:buClr>
                <a:srgbClr val="FF5C35"/>
              </a:buClr>
              <a:buSzPts val="2800"/>
              <a:buNone/>
              <a:defRPr sz="3600">
                <a:solidFill>
                  <a:srgbClr val="FF5C35"/>
                </a:solidFill>
              </a:defRPr>
            </a:lvl3pPr>
            <a:lvl4pPr lvl="3" rtl="0" algn="l">
              <a:lnSpc>
                <a:spcPct val="100000"/>
              </a:lnSpc>
              <a:spcBef>
                <a:spcPts val="0"/>
              </a:spcBef>
              <a:spcAft>
                <a:spcPts val="0"/>
              </a:spcAft>
              <a:buClr>
                <a:srgbClr val="FF5C35"/>
              </a:buClr>
              <a:buSzPts val="2800"/>
              <a:buNone/>
              <a:defRPr sz="3600">
                <a:solidFill>
                  <a:srgbClr val="FF5C35"/>
                </a:solidFill>
              </a:defRPr>
            </a:lvl4pPr>
            <a:lvl5pPr lvl="4" rtl="0" algn="l">
              <a:lnSpc>
                <a:spcPct val="100000"/>
              </a:lnSpc>
              <a:spcBef>
                <a:spcPts val="0"/>
              </a:spcBef>
              <a:spcAft>
                <a:spcPts val="0"/>
              </a:spcAft>
              <a:buClr>
                <a:srgbClr val="FF5C35"/>
              </a:buClr>
              <a:buSzPts val="2800"/>
              <a:buNone/>
              <a:defRPr sz="3600">
                <a:solidFill>
                  <a:srgbClr val="FF5C35"/>
                </a:solidFill>
              </a:defRPr>
            </a:lvl5pPr>
            <a:lvl6pPr lvl="5" rtl="0" algn="l">
              <a:lnSpc>
                <a:spcPct val="100000"/>
              </a:lnSpc>
              <a:spcBef>
                <a:spcPts val="0"/>
              </a:spcBef>
              <a:spcAft>
                <a:spcPts val="0"/>
              </a:spcAft>
              <a:buClr>
                <a:srgbClr val="FF5C35"/>
              </a:buClr>
              <a:buSzPts val="2800"/>
              <a:buNone/>
              <a:defRPr sz="3600">
                <a:solidFill>
                  <a:srgbClr val="FF5C35"/>
                </a:solidFill>
              </a:defRPr>
            </a:lvl6pPr>
            <a:lvl7pPr lvl="6" rtl="0" algn="l">
              <a:lnSpc>
                <a:spcPct val="100000"/>
              </a:lnSpc>
              <a:spcBef>
                <a:spcPts val="0"/>
              </a:spcBef>
              <a:spcAft>
                <a:spcPts val="0"/>
              </a:spcAft>
              <a:buClr>
                <a:srgbClr val="FF5C35"/>
              </a:buClr>
              <a:buSzPts val="2800"/>
              <a:buNone/>
              <a:defRPr sz="3600">
                <a:solidFill>
                  <a:srgbClr val="FF5C35"/>
                </a:solidFill>
              </a:defRPr>
            </a:lvl7pPr>
            <a:lvl8pPr lvl="7" rtl="0" algn="l">
              <a:lnSpc>
                <a:spcPct val="100000"/>
              </a:lnSpc>
              <a:spcBef>
                <a:spcPts val="0"/>
              </a:spcBef>
              <a:spcAft>
                <a:spcPts val="0"/>
              </a:spcAft>
              <a:buClr>
                <a:srgbClr val="FF5C35"/>
              </a:buClr>
              <a:buSzPts val="2800"/>
              <a:buNone/>
              <a:defRPr sz="3600">
                <a:solidFill>
                  <a:srgbClr val="FF5C35"/>
                </a:solidFill>
              </a:defRPr>
            </a:lvl8pPr>
            <a:lvl9pPr lvl="8" rtl="0" algn="l">
              <a:lnSpc>
                <a:spcPct val="100000"/>
              </a:lnSpc>
              <a:spcBef>
                <a:spcPts val="0"/>
              </a:spcBef>
              <a:spcAft>
                <a:spcPts val="0"/>
              </a:spcAft>
              <a:buClr>
                <a:srgbClr val="FF5C35"/>
              </a:buClr>
              <a:buSzPts val="2800"/>
              <a:buNone/>
              <a:defRPr sz="3600">
                <a:solidFill>
                  <a:srgbClr val="FF5C35"/>
                </a:solidFill>
              </a:defRPr>
            </a:lvl9pPr>
          </a:lstStyle>
          <a:p/>
        </p:txBody>
      </p:sp>
      <p:sp>
        <p:nvSpPr>
          <p:cNvPr id="1725" name="Google Shape;1725;p20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ypography styles" type="tx">
  <p:cSld name="TITLE_AND_BODY">
    <p:spTree>
      <p:nvGrpSpPr>
        <p:cNvPr id="1726" name="Shape 1726"/>
        <p:cNvGrpSpPr/>
        <p:nvPr/>
      </p:nvGrpSpPr>
      <p:grpSpPr>
        <a:xfrm>
          <a:off x="0" y="0"/>
          <a:ext cx="0" cy="0"/>
          <a:chOff x="0" y="0"/>
          <a:chExt cx="0" cy="0"/>
        </a:xfrm>
      </p:grpSpPr>
      <p:sp>
        <p:nvSpPr>
          <p:cNvPr id="1727" name="Google Shape;1727;p20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28" name="Google Shape;1728;p2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79400" lvl="4" marL="2286000" rtl="0">
              <a:spcBef>
                <a:spcPts val="1600"/>
              </a:spcBef>
              <a:spcAft>
                <a:spcPts val="0"/>
              </a:spcAft>
              <a:buSzPts val="800"/>
              <a:buChar char="○"/>
              <a:defRPr/>
            </a:lvl5pPr>
            <a:lvl6pPr indent="-279400" lvl="5" marL="2743200" rtl="0">
              <a:spcBef>
                <a:spcPts val="1600"/>
              </a:spcBef>
              <a:spcAft>
                <a:spcPts val="0"/>
              </a:spcAft>
              <a:buSzPts val="800"/>
              <a:buChar char="■"/>
              <a:defRPr/>
            </a:lvl6pPr>
            <a:lvl7pPr indent="-279400" lvl="6" marL="3200400" rtl="0">
              <a:spcBef>
                <a:spcPts val="1600"/>
              </a:spcBef>
              <a:spcAft>
                <a:spcPts val="0"/>
              </a:spcAft>
              <a:buSzPts val="800"/>
              <a:buChar char="●"/>
              <a:defRPr/>
            </a:lvl7pPr>
            <a:lvl8pPr indent="-279400" lvl="7" marL="3657600" rtl="0">
              <a:spcBef>
                <a:spcPts val="1600"/>
              </a:spcBef>
              <a:spcAft>
                <a:spcPts val="0"/>
              </a:spcAft>
              <a:buSzPts val="800"/>
              <a:buChar char="○"/>
              <a:defRPr/>
            </a:lvl8pPr>
            <a:lvl9pPr indent="-279400" lvl="8" marL="4114800" rtl="0">
              <a:spcBef>
                <a:spcPts val="1600"/>
              </a:spcBef>
              <a:spcAft>
                <a:spcPts val="1600"/>
              </a:spcAft>
              <a:buSzPts val="800"/>
              <a:buChar char="■"/>
              <a:defRPr/>
            </a:lvl9pPr>
          </a:lstStyle>
          <a:p/>
        </p:txBody>
      </p:sp>
      <p:sp>
        <p:nvSpPr>
          <p:cNvPr id="1729" name="Google Shape;1729;p2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e &amp; Contrast">
  <p:cSld name="BLANK_1_2">
    <p:bg>
      <p:bgPr>
        <a:solidFill>
          <a:srgbClr val="FFFFFF"/>
        </a:solidFill>
      </p:bgPr>
    </p:bg>
    <p:spTree>
      <p:nvGrpSpPr>
        <p:cNvPr id="1730" name="Shape 1730"/>
        <p:cNvGrpSpPr/>
        <p:nvPr/>
      </p:nvGrpSpPr>
      <p:grpSpPr>
        <a:xfrm>
          <a:off x="0" y="0"/>
          <a:ext cx="0" cy="0"/>
          <a:chOff x="0" y="0"/>
          <a:chExt cx="0" cy="0"/>
        </a:xfrm>
      </p:grpSpPr>
      <p:sp>
        <p:nvSpPr>
          <p:cNvPr id="1731" name="Google Shape;1731;p206"/>
          <p:cNvSpPr/>
          <p:nvPr/>
        </p:nvSpPr>
        <p:spPr>
          <a:xfrm>
            <a:off x="-8400" y="1413"/>
            <a:ext cx="4580400" cy="5143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6"/>
          <p:cNvSpPr/>
          <p:nvPr/>
        </p:nvSpPr>
        <p:spPr>
          <a:xfrm>
            <a:off x="4572000" y="-1412"/>
            <a:ext cx="4580400" cy="5143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33" name="Google Shape;1733;p206"/>
          <p:cNvCxnSpPr/>
          <p:nvPr/>
        </p:nvCxnSpPr>
        <p:spPr>
          <a:xfrm rot="10800000">
            <a:off x="250100" y="50"/>
            <a:ext cx="0" cy="411000"/>
          </a:xfrm>
          <a:prstGeom prst="straightConnector1">
            <a:avLst/>
          </a:prstGeom>
          <a:noFill/>
          <a:ln cap="flat" cmpd="sng" w="28575">
            <a:solidFill>
              <a:schemeClr val="lt1"/>
            </a:solidFill>
            <a:prstDash val="solid"/>
            <a:round/>
            <a:headEnd len="med" w="med" type="none"/>
            <a:tailEnd len="med" w="med" type="none"/>
          </a:ln>
        </p:spPr>
      </p:cxnSp>
      <p:sp>
        <p:nvSpPr>
          <p:cNvPr id="1734" name="Google Shape;1734;p206"/>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sp>
        <p:nvSpPr>
          <p:cNvPr id="1735" name="Google Shape;1735;p206"/>
          <p:cNvSpPr/>
          <p:nvPr/>
        </p:nvSpPr>
        <p:spPr>
          <a:xfrm>
            <a:off x="-8400" y="4808875"/>
            <a:ext cx="91608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6" name="Google Shape;1736;p206"/>
          <p:cNvGrpSpPr/>
          <p:nvPr/>
        </p:nvGrpSpPr>
        <p:grpSpPr>
          <a:xfrm>
            <a:off x="8247715" y="4884429"/>
            <a:ext cx="648372" cy="183782"/>
            <a:chOff x="12596224" y="4969749"/>
            <a:chExt cx="2253641" cy="638797"/>
          </a:xfrm>
        </p:grpSpPr>
        <p:sp>
          <p:nvSpPr>
            <p:cNvPr id="1737" name="Google Shape;1737;p206"/>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38" name="Google Shape;1738;p206"/>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logo dark">
  <p:cSld name="BLANK_2">
    <p:bg>
      <p:bgPr>
        <a:solidFill>
          <a:schemeClr val="dk1"/>
        </a:solidFill>
      </p:bgPr>
    </p:bg>
    <p:spTree>
      <p:nvGrpSpPr>
        <p:cNvPr id="1739" name="Shape 1739"/>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logo dark 1">
  <p:cSld name="BLANK_2_1">
    <p:bg>
      <p:bgPr>
        <a:solidFill>
          <a:schemeClr val="dk1"/>
        </a:solidFill>
      </p:bgPr>
    </p:bg>
    <p:spTree>
      <p:nvGrpSpPr>
        <p:cNvPr id="1740" name="Shape 1740"/>
        <p:cNvGrpSpPr/>
        <p:nvPr/>
      </p:nvGrpSpPr>
      <p:grpSpPr>
        <a:xfrm>
          <a:off x="0" y="0"/>
          <a:ext cx="0" cy="0"/>
          <a:chOff x="0" y="0"/>
          <a:chExt cx="0" cy="0"/>
        </a:xfrm>
      </p:grpSpPr>
      <p:sp>
        <p:nvSpPr>
          <p:cNvPr id="1741" name="Google Shape;1741;p208"/>
          <p:cNvSpPr/>
          <p:nvPr/>
        </p:nvSpPr>
        <p:spPr>
          <a:xfrm>
            <a:off x="-8400" y="1413"/>
            <a:ext cx="4580400" cy="51435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1">
  <p:cSld name="CUSTOM_1_1_1_1_1_1_2_1_2">
    <p:bg>
      <p:bgPr>
        <a:solidFill>
          <a:schemeClr val="dk1"/>
        </a:solidFill>
      </p:bgPr>
    </p:bg>
    <p:spTree>
      <p:nvGrpSpPr>
        <p:cNvPr id="1742" name="Shape 1742"/>
        <p:cNvGrpSpPr/>
        <p:nvPr/>
      </p:nvGrpSpPr>
      <p:grpSpPr>
        <a:xfrm>
          <a:off x="0" y="0"/>
          <a:ext cx="0" cy="0"/>
          <a:chOff x="0" y="0"/>
          <a:chExt cx="0" cy="0"/>
        </a:xfrm>
      </p:grpSpPr>
      <p:cxnSp>
        <p:nvCxnSpPr>
          <p:cNvPr id="1743" name="Google Shape;1743;p209"/>
          <p:cNvCxnSpPr/>
          <p:nvPr/>
        </p:nvCxnSpPr>
        <p:spPr>
          <a:xfrm rot="10800000">
            <a:off x="250100" y="50"/>
            <a:ext cx="0" cy="411000"/>
          </a:xfrm>
          <a:prstGeom prst="straightConnector1">
            <a:avLst/>
          </a:prstGeom>
          <a:noFill/>
          <a:ln cap="flat" cmpd="sng" w="28575">
            <a:solidFill>
              <a:schemeClr val="accent1"/>
            </a:solidFill>
            <a:prstDash val="solid"/>
            <a:round/>
            <a:headEnd len="med" w="med" type="none"/>
            <a:tailEnd len="med" w="med" type="none"/>
          </a:ln>
        </p:spPr>
      </p:cxnSp>
      <p:sp>
        <p:nvSpPr>
          <p:cNvPr id="1744" name="Google Shape;1744;p209"/>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9"/>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400"/>
              <a:buFont typeface="Lexend Deca Medium"/>
              <a:buNone/>
              <a:defRPr b="0" sz="1400">
                <a:solidFill>
                  <a:schemeClr val="lt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746" name="Google Shape;1746;p209"/>
          <p:cNvGrpSpPr/>
          <p:nvPr/>
        </p:nvGrpSpPr>
        <p:grpSpPr>
          <a:xfrm>
            <a:off x="8247715" y="4884429"/>
            <a:ext cx="648372" cy="183782"/>
            <a:chOff x="12596224" y="4969749"/>
            <a:chExt cx="2253641" cy="638797"/>
          </a:xfrm>
        </p:grpSpPr>
        <p:sp>
          <p:nvSpPr>
            <p:cNvPr id="1747" name="Google Shape;1747;p209"/>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48" name="Google Shape;1748;p209"/>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1 1">
  <p:cSld name="CUSTOM_1_1_1_1_1_1_2_1_2_1">
    <p:bg>
      <p:bgPr>
        <a:solidFill>
          <a:srgbClr val="FCEAD7"/>
        </a:solidFill>
      </p:bgPr>
    </p:bg>
    <p:spTree>
      <p:nvGrpSpPr>
        <p:cNvPr id="1749" name="Shape 1749"/>
        <p:cNvGrpSpPr/>
        <p:nvPr/>
      </p:nvGrpSpPr>
      <p:grpSpPr>
        <a:xfrm>
          <a:off x="0" y="0"/>
          <a:ext cx="0" cy="0"/>
          <a:chOff x="0" y="0"/>
          <a:chExt cx="0" cy="0"/>
        </a:xfrm>
      </p:grpSpPr>
      <p:cxnSp>
        <p:nvCxnSpPr>
          <p:cNvPr id="1750" name="Google Shape;1750;p210"/>
          <p:cNvCxnSpPr/>
          <p:nvPr/>
        </p:nvCxnSpPr>
        <p:spPr>
          <a:xfrm rot="10800000">
            <a:off x="250100" y="50"/>
            <a:ext cx="0" cy="411000"/>
          </a:xfrm>
          <a:prstGeom prst="straightConnector1">
            <a:avLst/>
          </a:prstGeom>
          <a:noFill/>
          <a:ln cap="flat" cmpd="sng" w="28575">
            <a:solidFill>
              <a:schemeClr val="accent1"/>
            </a:solidFill>
            <a:prstDash val="solid"/>
            <a:round/>
            <a:headEnd len="med" w="med" type="none"/>
            <a:tailEnd len="med" w="med" type="none"/>
          </a:ln>
        </p:spPr>
      </p:cxnSp>
      <p:sp>
        <p:nvSpPr>
          <p:cNvPr id="1751" name="Google Shape;1751;p210"/>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10"/>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753" name="Google Shape;1753;p210"/>
          <p:cNvGrpSpPr/>
          <p:nvPr/>
        </p:nvGrpSpPr>
        <p:grpSpPr>
          <a:xfrm>
            <a:off x="8247715" y="4884429"/>
            <a:ext cx="648372" cy="183782"/>
            <a:chOff x="12596224" y="4969749"/>
            <a:chExt cx="2253641" cy="638797"/>
          </a:xfrm>
        </p:grpSpPr>
        <p:sp>
          <p:nvSpPr>
            <p:cNvPr id="1754" name="Google Shape;1754;p210"/>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55" name="Google Shape;1755;p210"/>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Navy Title Bar 1">
  <p:cSld name="BLANK_3_1_1_1_1_2_1_1_1_1_1_1_1_1_1_1_1_1_1_1_1_1_1_1_1_2_2">
    <p:bg>
      <p:bgPr>
        <a:solidFill>
          <a:schemeClr val="dk1"/>
        </a:solidFill>
      </p:bgPr>
    </p:bg>
    <p:spTree>
      <p:nvGrpSpPr>
        <p:cNvPr id="1756" name="Shape 1756"/>
        <p:cNvGrpSpPr/>
        <p:nvPr/>
      </p:nvGrpSpPr>
      <p:grpSpPr>
        <a:xfrm>
          <a:off x="0" y="0"/>
          <a:ext cx="0" cy="0"/>
          <a:chOff x="0" y="0"/>
          <a:chExt cx="0" cy="0"/>
        </a:xfrm>
      </p:grpSpPr>
      <p:sp>
        <p:nvSpPr>
          <p:cNvPr id="1757" name="Google Shape;1757;p211"/>
          <p:cNvSpPr/>
          <p:nvPr/>
        </p:nvSpPr>
        <p:spPr>
          <a:xfrm>
            <a:off x="-8400" y="4808875"/>
            <a:ext cx="91608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11"/>
          <p:cNvSpPr txBox="1"/>
          <p:nvPr>
            <p:ph type="title"/>
          </p:nvPr>
        </p:nvSpPr>
        <p:spPr>
          <a:xfrm>
            <a:off x="327100" y="346524"/>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None/>
              <a:defRPr sz="2400">
                <a:solidFill>
                  <a:schemeClr val="lt1"/>
                </a:solidFill>
              </a:defRPr>
            </a:lvl2pPr>
            <a:lvl3pPr lvl="2" rtl="0">
              <a:spcBef>
                <a:spcPts val="0"/>
              </a:spcBef>
              <a:spcAft>
                <a:spcPts val="0"/>
              </a:spcAft>
              <a:buClr>
                <a:schemeClr val="lt1"/>
              </a:buClr>
              <a:buSzPts val="2400"/>
              <a:buNone/>
              <a:defRPr sz="2400">
                <a:solidFill>
                  <a:schemeClr val="lt1"/>
                </a:solidFill>
              </a:defRPr>
            </a:lvl3pPr>
            <a:lvl4pPr lvl="3" rtl="0">
              <a:spcBef>
                <a:spcPts val="0"/>
              </a:spcBef>
              <a:spcAft>
                <a:spcPts val="0"/>
              </a:spcAft>
              <a:buClr>
                <a:schemeClr val="lt1"/>
              </a:buClr>
              <a:buSzPts val="2400"/>
              <a:buNone/>
              <a:defRPr sz="2400">
                <a:solidFill>
                  <a:schemeClr val="lt1"/>
                </a:solidFill>
              </a:defRPr>
            </a:lvl4pPr>
            <a:lvl5pPr lvl="4" rtl="0">
              <a:spcBef>
                <a:spcPts val="0"/>
              </a:spcBef>
              <a:spcAft>
                <a:spcPts val="0"/>
              </a:spcAft>
              <a:buClr>
                <a:schemeClr val="lt1"/>
              </a:buClr>
              <a:buSzPts val="2400"/>
              <a:buNone/>
              <a:defRPr sz="2400">
                <a:solidFill>
                  <a:schemeClr val="lt1"/>
                </a:solidFill>
              </a:defRPr>
            </a:lvl5pPr>
            <a:lvl6pPr lvl="5" rtl="0">
              <a:spcBef>
                <a:spcPts val="0"/>
              </a:spcBef>
              <a:spcAft>
                <a:spcPts val="0"/>
              </a:spcAft>
              <a:buClr>
                <a:schemeClr val="lt1"/>
              </a:buClr>
              <a:buSzPts val="2400"/>
              <a:buNone/>
              <a:defRPr sz="2400">
                <a:solidFill>
                  <a:schemeClr val="lt1"/>
                </a:solidFill>
              </a:defRPr>
            </a:lvl6pPr>
            <a:lvl7pPr lvl="6" rtl="0">
              <a:spcBef>
                <a:spcPts val="0"/>
              </a:spcBef>
              <a:spcAft>
                <a:spcPts val="0"/>
              </a:spcAft>
              <a:buClr>
                <a:schemeClr val="lt1"/>
              </a:buClr>
              <a:buSzPts val="2400"/>
              <a:buNone/>
              <a:defRPr sz="2400">
                <a:solidFill>
                  <a:schemeClr val="lt1"/>
                </a:solidFill>
              </a:defRPr>
            </a:lvl7pPr>
            <a:lvl8pPr lvl="7" rtl="0">
              <a:spcBef>
                <a:spcPts val="0"/>
              </a:spcBef>
              <a:spcAft>
                <a:spcPts val="0"/>
              </a:spcAft>
              <a:buClr>
                <a:schemeClr val="lt1"/>
              </a:buClr>
              <a:buSzPts val="2400"/>
              <a:buNone/>
              <a:defRPr sz="2400">
                <a:solidFill>
                  <a:schemeClr val="lt1"/>
                </a:solidFill>
              </a:defRPr>
            </a:lvl8pPr>
            <a:lvl9pPr lvl="8" rtl="0">
              <a:spcBef>
                <a:spcPts val="0"/>
              </a:spcBef>
              <a:spcAft>
                <a:spcPts val="0"/>
              </a:spcAft>
              <a:buClr>
                <a:schemeClr val="lt1"/>
              </a:buClr>
              <a:buSzPts val="2400"/>
              <a:buNone/>
              <a:defRPr sz="2400">
                <a:solidFill>
                  <a:schemeClr val="lt1"/>
                </a:solidFill>
              </a:defRPr>
            </a:lvl9pPr>
          </a:lstStyle>
          <a:p/>
        </p:txBody>
      </p:sp>
      <p:grpSp>
        <p:nvGrpSpPr>
          <p:cNvPr id="1759" name="Google Shape;1759;p211"/>
          <p:cNvGrpSpPr/>
          <p:nvPr/>
        </p:nvGrpSpPr>
        <p:grpSpPr>
          <a:xfrm>
            <a:off x="8247715" y="4884429"/>
            <a:ext cx="648372" cy="183782"/>
            <a:chOff x="12596224" y="4969749"/>
            <a:chExt cx="2253641" cy="638797"/>
          </a:xfrm>
        </p:grpSpPr>
        <p:sp>
          <p:nvSpPr>
            <p:cNvPr id="1760" name="Google Shape;1760;p211"/>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61" name="Google Shape;1761;p211"/>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White Banner 1 2">
  <p:cSld name="CUSTOM_1_1_1_1_1_1_2_1_2_1_1">
    <p:bg>
      <p:bgPr>
        <a:solidFill>
          <a:srgbClr val="FCEAD7"/>
        </a:solidFill>
      </p:bgPr>
    </p:bg>
    <p:spTree>
      <p:nvGrpSpPr>
        <p:cNvPr id="1762" name="Shape 1762"/>
        <p:cNvGrpSpPr/>
        <p:nvPr/>
      </p:nvGrpSpPr>
      <p:grpSpPr>
        <a:xfrm>
          <a:off x="0" y="0"/>
          <a:ext cx="0" cy="0"/>
          <a:chOff x="0" y="0"/>
          <a:chExt cx="0" cy="0"/>
        </a:xfrm>
      </p:grpSpPr>
      <p:cxnSp>
        <p:nvCxnSpPr>
          <p:cNvPr id="1763" name="Google Shape;1763;p212"/>
          <p:cNvCxnSpPr/>
          <p:nvPr/>
        </p:nvCxnSpPr>
        <p:spPr>
          <a:xfrm rot="10800000">
            <a:off x="250100" y="50"/>
            <a:ext cx="0" cy="411000"/>
          </a:xfrm>
          <a:prstGeom prst="straightConnector1">
            <a:avLst/>
          </a:prstGeom>
          <a:noFill/>
          <a:ln cap="flat" cmpd="sng" w="28575">
            <a:solidFill>
              <a:schemeClr val="accent1"/>
            </a:solidFill>
            <a:prstDash val="solid"/>
            <a:round/>
            <a:headEnd len="med" w="med" type="none"/>
            <a:tailEnd len="med" w="med" type="none"/>
          </a:ln>
        </p:spPr>
      </p:cxnSp>
      <p:sp>
        <p:nvSpPr>
          <p:cNvPr id="1764" name="Google Shape;1764;p212"/>
          <p:cNvSpPr/>
          <p:nvPr/>
        </p:nvSpPr>
        <p:spPr>
          <a:xfrm>
            <a:off x="0" y="4808875"/>
            <a:ext cx="9144000" cy="33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12"/>
          <p:cNvSpPr txBox="1"/>
          <p:nvPr>
            <p:ph type="title"/>
          </p:nvPr>
        </p:nvSpPr>
        <p:spPr>
          <a:xfrm>
            <a:off x="305025" y="113000"/>
            <a:ext cx="3306900" cy="325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400"/>
              <a:buFont typeface="Lexend Deca Medium"/>
              <a:buNone/>
              <a:defRPr b="0" sz="1400">
                <a:solidFill>
                  <a:schemeClr val="dk1"/>
                </a:solidFill>
                <a:latin typeface="Lexend Deca Medium"/>
                <a:ea typeface="Lexend Deca Medium"/>
                <a:cs typeface="Lexend Deca Medium"/>
                <a:sym typeface="Lexend Deca Medium"/>
              </a:defRPr>
            </a:lvl1pPr>
            <a:lvl2pPr lvl="1" rtl="0">
              <a:spcBef>
                <a:spcPts val="0"/>
              </a:spcBef>
              <a:spcAft>
                <a:spcPts val="0"/>
              </a:spcAft>
              <a:buSzPts val="2800"/>
              <a:buFont typeface="Lexend Deca Medium"/>
              <a:buNone/>
              <a:defRPr>
                <a:latin typeface="Lexend Deca Medium"/>
                <a:ea typeface="Lexend Deca Medium"/>
                <a:cs typeface="Lexend Deca Medium"/>
                <a:sym typeface="Lexend Deca Medium"/>
              </a:defRPr>
            </a:lvl2pPr>
            <a:lvl3pPr lvl="2" rtl="0">
              <a:spcBef>
                <a:spcPts val="0"/>
              </a:spcBef>
              <a:spcAft>
                <a:spcPts val="0"/>
              </a:spcAft>
              <a:buSzPts val="2800"/>
              <a:buFont typeface="Lexend Deca Medium"/>
              <a:buNone/>
              <a:defRPr>
                <a:latin typeface="Lexend Deca Medium"/>
                <a:ea typeface="Lexend Deca Medium"/>
                <a:cs typeface="Lexend Deca Medium"/>
                <a:sym typeface="Lexend Deca Medium"/>
              </a:defRPr>
            </a:lvl3pPr>
            <a:lvl4pPr lvl="3" rtl="0">
              <a:spcBef>
                <a:spcPts val="0"/>
              </a:spcBef>
              <a:spcAft>
                <a:spcPts val="0"/>
              </a:spcAft>
              <a:buSzPts val="2800"/>
              <a:buFont typeface="Lexend Deca Medium"/>
              <a:buNone/>
              <a:defRPr>
                <a:latin typeface="Lexend Deca Medium"/>
                <a:ea typeface="Lexend Deca Medium"/>
                <a:cs typeface="Lexend Deca Medium"/>
                <a:sym typeface="Lexend Deca Medium"/>
              </a:defRPr>
            </a:lvl4pPr>
            <a:lvl5pPr lvl="4" rtl="0">
              <a:spcBef>
                <a:spcPts val="0"/>
              </a:spcBef>
              <a:spcAft>
                <a:spcPts val="0"/>
              </a:spcAft>
              <a:buSzPts val="2800"/>
              <a:buFont typeface="Lexend Deca Medium"/>
              <a:buNone/>
              <a:defRPr>
                <a:latin typeface="Lexend Deca Medium"/>
                <a:ea typeface="Lexend Deca Medium"/>
                <a:cs typeface="Lexend Deca Medium"/>
                <a:sym typeface="Lexend Deca Medium"/>
              </a:defRPr>
            </a:lvl5pPr>
            <a:lvl6pPr lvl="5" rtl="0">
              <a:spcBef>
                <a:spcPts val="0"/>
              </a:spcBef>
              <a:spcAft>
                <a:spcPts val="0"/>
              </a:spcAft>
              <a:buSzPts val="2800"/>
              <a:buFont typeface="Lexend Deca Medium"/>
              <a:buNone/>
              <a:defRPr>
                <a:latin typeface="Lexend Deca Medium"/>
                <a:ea typeface="Lexend Deca Medium"/>
                <a:cs typeface="Lexend Deca Medium"/>
                <a:sym typeface="Lexend Deca Medium"/>
              </a:defRPr>
            </a:lvl6pPr>
            <a:lvl7pPr lvl="6" rtl="0">
              <a:spcBef>
                <a:spcPts val="0"/>
              </a:spcBef>
              <a:spcAft>
                <a:spcPts val="0"/>
              </a:spcAft>
              <a:buSzPts val="2800"/>
              <a:buFont typeface="Lexend Deca Medium"/>
              <a:buNone/>
              <a:defRPr>
                <a:latin typeface="Lexend Deca Medium"/>
                <a:ea typeface="Lexend Deca Medium"/>
                <a:cs typeface="Lexend Deca Medium"/>
                <a:sym typeface="Lexend Deca Medium"/>
              </a:defRPr>
            </a:lvl7pPr>
            <a:lvl8pPr lvl="7" rtl="0">
              <a:spcBef>
                <a:spcPts val="0"/>
              </a:spcBef>
              <a:spcAft>
                <a:spcPts val="0"/>
              </a:spcAft>
              <a:buSzPts val="2800"/>
              <a:buFont typeface="Lexend Deca Medium"/>
              <a:buNone/>
              <a:defRPr>
                <a:latin typeface="Lexend Deca Medium"/>
                <a:ea typeface="Lexend Deca Medium"/>
                <a:cs typeface="Lexend Deca Medium"/>
                <a:sym typeface="Lexend Deca Medium"/>
              </a:defRPr>
            </a:lvl8pPr>
            <a:lvl9pPr lvl="8" rtl="0">
              <a:spcBef>
                <a:spcPts val="0"/>
              </a:spcBef>
              <a:spcAft>
                <a:spcPts val="0"/>
              </a:spcAft>
              <a:buSzPts val="2800"/>
              <a:buFont typeface="Lexend Deca Medium"/>
              <a:buNone/>
              <a:defRPr>
                <a:latin typeface="Lexend Deca Medium"/>
                <a:ea typeface="Lexend Deca Medium"/>
                <a:cs typeface="Lexend Deca Medium"/>
                <a:sym typeface="Lexend Deca Medium"/>
              </a:defRPr>
            </a:lvl9pPr>
          </a:lstStyle>
          <a:p/>
        </p:txBody>
      </p:sp>
      <p:grpSp>
        <p:nvGrpSpPr>
          <p:cNvPr id="1766" name="Google Shape;1766;p212"/>
          <p:cNvGrpSpPr/>
          <p:nvPr/>
        </p:nvGrpSpPr>
        <p:grpSpPr>
          <a:xfrm>
            <a:off x="8247715" y="4884429"/>
            <a:ext cx="648372" cy="183782"/>
            <a:chOff x="12596224" y="4969749"/>
            <a:chExt cx="2253641" cy="638797"/>
          </a:xfrm>
        </p:grpSpPr>
        <p:sp>
          <p:nvSpPr>
            <p:cNvPr id="1767" name="Google Shape;1767;p212"/>
            <p:cNvSpPr/>
            <p:nvPr/>
          </p:nvSpPr>
          <p:spPr>
            <a:xfrm>
              <a:off x="12596224" y="5075444"/>
              <a:ext cx="2253641" cy="533102"/>
            </a:xfrm>
            <a:custGeom>
              <a:rect b="b" l="l" r="r" t="t"/>
              <a:pathLst>
                <a:path extrusionOk="0" h="487965" w="2062829">
                  <a:moveTo>
                    <a:pt x="295275" y="0"/>
                  </a:moveTo>
                  <a:lnTo>
                    <a:pt x="295275" y="393764"/>
                  </a:lnTo>
                  <a:lnTo>
                    <a:pt x="223361" y="393764"/>
                  </a:lnTo>
                  <a:lnTo>
                    <a:pt x="223361" y="234125"/>
                  </a:lnTo>
                  <a:lnTo>
                    <a:pt x="71914" y="234125"/>
                  </a:lnTo>
                  <a:lnTo>
                    <a:pt x="71914" y="393764"/>
                  </a:lnTo>
                  <a:lnTo>
                    <a:pt x="0" y="393764"/>
                  </a:lnTo>
                  <a:lnTo>
                    <a:pt x="0" y="0"/>
                  </a:lnTo>
                  <a:lnTo>
                    <a:pt x="71914" y="0"/>
                  </a:lnTo>
                  <a:lnTo>
                    <a:pt x="71914" y="164973"/>
                  </a:lnTo>
                  <a:lnTo>
                    <a:pt x="223361" y="164973"/>
                  </a:lnTo>
                  <a:lnTo>
                    <a:pt x="223361" y="0"/>
                  </a:lnTo>
                  <a:lnTo>
                    <a:pt x="295275" y="0"/>
                  </a:lnTo>
                  <a:close/>
                  <a:moveTo>
                    <a:pt x="525494" y="266510"/>
                  </a:moveTo>
                  <a:cubicBezTo>
                    <a:pt x="525494" y="299276"/>
                    <a:pt x="498824" y="325946"/>
                    <a:pt x="465963" y="325946"/>
                  </a:cubicBezTo>
                  <a:cubicBezTo>
                    <a:pt x="433197" y="325946"/>
                    <a:pt x="406432" y="299276"/>
                    <a:pt x="406432" y="266510"/>
                  </a:cubicBezTo>
                  <a:lnTo>
                    <a:pt x="406432" y="97917"/>
                  </a:lnTo>
                  <a:lnTo>
                    <a:pt x="338328" y="97917"/>
                  </a:lnTo>
                  <a:lnTo>
                    <a:pt x="338328" y="266510"/>
                  </a:lnTo>
                  <a:cubicBezTo>
                    <a:pt x="338328" y="336899"/>
                    <a:pt x="395573" y="394049"/>
                    <a:pt x="465963" y="394049"/>
                  </a:cubicBezTo>
                  <a:cubicBezTo>
                    <a:pt x="536353" y="394049"/>
                    <a:pt x="593503" y="336804"/>
                    <a:pt x="593503" y="266510"/>
                  </a:cubicBezTo>
                  <a:lnTo>
                    <a:pt x="593503" y="97917"/>
                  </a:lnTo>
                  <a:lnTo>
                    <a:pt x="525399" y="97917"/>
                  </a:lnTo>
                  <a:lnTo>
                    <a:pt x="525399" y="266510"/>
                  </a:lnTo>
                  <a:close/>
                  <a:moveTo>
                    <a:pt x="1030891" y="115253"/>
                  </a:moveTo>
                  <a:cubicBezTo>
                    <a:pt x="1030891" y="80677"/>
                    <a:pt x="1053751" y="69723"/>
                    <a:pt x="1078802" y="69723"/>
                  </a:cubicBezTo>
                  <a:cubicBezTo>
                    <a:pt x="1098995" y="69723"/>
                    <a:pt x="1125665" y="85058"/>
                    <a:pt x="1143095" y="103727"/>
                  </a:cubicBezTo>
                  <a:lnTo>
                    <a:pt x="1187768" y="51054"/>
                  </a:lnTo>
                  <a:cubicBezTo>
                    <a:pt x="1165479" y="20860"/>
                    <a:pt x="1120235" y="95"/>
                    <a:pt x="1083183" y="95"/>
                  </a:cubicBezTo>
                  <a:cubicBezTo>
                    <a:pt x="1009079" y="95"/>
                    <a:pt x="955643" y="43434"/>
                    <a:pt x="955643" y="115253"/>
                  </a:cubicBezTo>
                  <a:cubicBezTo>
                    <a:pt x="955643" y="248507"/>
                    <a:pt x="1118616" y="206312"/>
                    <a:pt x="1118616" y="280892"/>
                  </a:cubicBezTo>
                  <a:cubicBezTo>
                    <a:pt x="1118616" y="303943"/>
                    <a:pt x="1096328" y="324231"/>
                    <a:pt x="1070705" y="324231"/>
                  </a:cubicBezTo>
                  <a:cubicBezTo>
                    <a:pt x="1030415" y="324231"/>
                    <a:pt x="1017270" y="304514"/>
                    <a:pt x="998792" y="283655"/>
                  </a:cubicBezTo>
                  <a:lnTo>
                    <a:pt x="949166" y="335185"/>
                  </a:lnTo>
                  <a:cubicBezTo>
                    <a:pt x="980789" y="374142"/>
                    <a:pt x="1020032" y="393859"/>
                    <a:pt x="1066895" y="393859"/>
                  </a:cubicBezTo>
                  <a:cubicBezTo>
                    <a:pt x="1137190" y="393859"/>
                    <a:pt x="1193864" y="349949"/>
                    <a:pt x="1193864" y="281369"/>
                  </a:cubicBezTo>
                  <a:cubicBezTo>
                    <a:pt x="1193768" y="133255"/>
                    <a:pt x="1030891" y="179356"/>
                    <a:pt x="1030891" y="115253"/>
                  </a:cubicBezTo>
                  <a:moveTo>
                    <a:pt x="2038826" y="330803"/>
                  </a:moveTo>
                  <a:cubicBezTo>
                    <a:pt x="1998536" y="330803"/>
                    <a:pt x="1987106" y="313373"/>
                    <a:pt x="1987106" y="286703"/>
                  </a:cubicBezTo>
                  <a:lnTo>
                    <a:pt x="1987106" y="168497"/>
                  </a:lnTo>
                  <a:lnTo>
                    <a:pt x="2049780" y="168497"/>
                  </a:lnTo>
                  <a:lnTo>
                    <a:pt x="2049780" y="108585"/>
                  </a:lnTo>
                  <a:lnTo>
                    <a:pt x="1987106" y="108585"/>
                  </a:lnTo>
                  <a:lnTo>
                    <a:pt x="1987106" y="29528"/>
                  </a:lnTo>
                  <a:lnTo>
                    <a:pt x="1917954" y="60579"/>
                  </a:lnTo>
                  <a:lnTo>
                    <a:pt x="1917954" y="301371"/>
                  </a:lnTo>
                  <a:cubicBezTo>
                    <a:pt x="1917954" y="362903"/>
                    <a:pt x="1960436" y="394049"/>
                    <a:pt x="2018729" y="394049"/>
                  </a:cubicBezTo>
                  <a:cubicBezTo>
                    <a:pt x="2027492" y="394049"/>
                    <a:pt x="2039493" y="393478"/>
                    <a:pt x="2045970" y="391859"/>
                  </a:cubicBezTo>
                  <a:lnTo>
                    <a:pt x="2062829" y="329756"/>
                  </a:lnTo>
                  <a:cubicBezTo>
                    <a:pt x="2055209" y="330327"/>
                    <a:pt x="2046446" y="330803"/>
                    <a:pt x="2038826" y="330803"/>
                  </a:cubicBezTo>
                  <a:moveTo>
                    <a:pt x="785146" y="99822"/>
                  </a:moveTo>
                  <a:cubicBezTo>
                    <a:pt x="861441" y="99822"/>
                    <a:pt x="927068" y="163544"/>
                    <a:pt x="927068" y="246983"/>
                  </a:cubicBezTo>
                  <a:cubicBezTo>
                    <a:pt x="927068" y="331470"/>
                    <a:pt x="855917" y="394049"/>
                    <a:pt x="774763" y="394049"/>
                  </a:cubicBezTo>
                  <a:cubicBezTo>
                    <a:pt x="701707" y="394049"/>
                    <a:pt x="636746" y="332518"/>
                    <a:pt x="636746" y="242602"/>
                  </a:cubicBezTo>
                  <a:lnTo>
                    <a:pt x="636746" y="2381"/>
                  </a:lnTo>
                  <a:lnTo>
                    <a:pt x="705040" y="2381"/>
                  </a:lnTo>
                  <a:lnTo>
                    <a:pt x="705040" y="132017"/>
                  </a:lnTo>
                  <a:cubicBezTo>
                    <a:pt x="727710" y="109633"/>
                    <a:pt x="751332" y="99822"/>
                    <a:pt x="785146" y="99822"/>
                  </a:cubicBezTo>
                  <a:moveTo>
                    <a:pt x="784670" y="325279"/>
                  </a:moveTo>
                  <a:cubicBezTo>
                    <a:pt x="827437" y="325279"/>
                    <a:pt x="862203" y="290608"/>
                    <a:pt x="862203" y="247745"/>
                  </a:cubicBezTo>
                  <a:cubicBezTo>
                    <a:pt x="862203" y="204978"/>
                    <a:pt x="827532" y="170212"/>
                    <a:pt x="784670" y="170212"/>
                  </a:cubicBezTo>
                  <a:cubicBezTo>
                    <a:pt x="741902" y="170212"/>
                    <a:pt x="707136" y="204883"/>
                    <a:pt x="707136" y="247745"/>
                  </a:cubicBezTo>
                  <a:cubicBezTo>
                    <a:pt x="707136" y="290608"/>
                    <a:pt x="741902" y="325279"/>
                    <a:pt x="784670" y="325279"/>
                  </a:cubicBezTo>
                  <a:moveTo>
                    <a:pt x="1526953" y="243364"/>
                  </a:moveTo>
                  <a:cubicBezTo>
                    <a:pt x="1526953" y="326708"/>
                    <a:pt x="1461326" y="390525"/>
                    <a:pt x="1385030" y="390525"/>
                  </a:cubicBezTo>
                  <a:cubicBezTo>
                    <a:pt x="1351217" y="390525"/>
                    <a:pt x="1327690" y="380714"/>
                    <a:pt x="1304925" y="358331"/>
                  </a:cubicBezTo>
                  <a:lnTo>
                    <a:pt x="1304925" y="487966"/>
                  </a:lnTo>
                  <a:lnTo>
                    <a:pt x="1236631" y="487966"/>
                  </a:lnTo>
                  <a:lnTo>
                    <a:pt x="1236631" y="247745"/>
                  </a:lnTo>
                  <a:cubicBezTo>
                    <a:pt x="1236631" y="157829"/>
                    <a:pt x="1301591" y="96298"/>
                    <a:pt x="1374648" y="96298"/>
                  </a:cubicBezTo>
                  <a:cubicBezTo>
                    <a:pt x="1455801" y="96298"/>
                    <a:pt x="1526953" y="158972"/>
                    <a:pt x="1526953" y="243364"/>
                  </a:cubicBezTo>
                  <a:moveTo>
                    <a:pt x="1462088" y="242506"/>
                  </a:moveTo>
                  <a:cubicBezTo>
                    <a:pt x="1462088" y="199739"/>
                    <a:pt x="1427417" y="164973"/>
                    <a:pt x="1384554" y="164973"/>
                  </a:cubicBezTo>
                  <a:cubicBezTo>
                    <a:pt x="1341787" y="164973"/>
                    <a:pt x="1307021" y="199644"/>
                    <a:pt x="1307021" y="242506"/>
                  </a:cubicBezTo>
                  <a:cubicBezTo>
                    <a:pt x="1307021" y="285274"/>
                    <a:pt x="1341692" y="320040"/>
                    <a:pt x="1384554" y="320040"/>
                  </a:cubicBezTo>
                  <a:cubicBezTo>
                    <a:pt x="1427417" y="320040"/>
                    <a:pt x="1462088" y="285369"/>
                    <a:pt x="1462088" y="242506"/>
                  </a:cubicBezTo>
                </a:path>
              </a:pathLst>
            </a:custGeom>
            <a:solidFill>
              <a:schemeClr val="dk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2D3E50"/>
                </a:solidFill>
                <a:latin typeface="Calibri"/>
                <a:ea typeface="Calibri"/>
                <a:cs typeface="Calibri"/>
                <a:sym typeface="Calibri"/>
              </a:endParaRPr>
            </a:p>
          </p:txBody>
        </p:sp>
        <p:sp>
          <p:nvSpPr>
            <p:cNvPr id="1768" name="Google Shape;1768;p212"/>
            <p:cNvSpPr/>
            <p:nvPr/>
          </p:nvSpPr>
          <p:spPr>
            <a:xfrm>
              <a:off x="14043295" y="4969749"/>
              <a:ext cx="601053" cy="629879"/>
            </a:xfrm>
            <a:custGeom>
              <a:rect b="b" l="l" r="r" t="t"/>
              <a:pathLst>
                <a:path extrusionOk="0" h="576548" w="550163">
                  <a:moveTo>
                    <a:pt x="422815" y="189738"/>
                  </a:moveTo>
                  <a:lnTo>
                    <a:pt x="422815" y="121063"/>
                  </a:lnTo>
                  <a:cubicBezTo>
                    <a:pt x="440722" y="112586"/>
                    <a:pt x="453295" y="94488"/>
                    <a:pt x="453295" y="73438"/>
                  </a:cubicBezTo>
                  <a:lnTo>
                    <a:pt x="453295" y="71914"/>
                  </a:lnTo>
                  <a:cubicBezTo>
                    <a:pt x="453295" y="42863"/>
                    <a:pt x="429577" y="19145"/>
                    <a:pt x="400526" y="19145"/>
                  </a:cubicBezTo>
                  <a:lnTo>
                    <a:pt x="398907" y="19145"/>
                  </a:lnTo>
                  <a:cubicBezTo>
                    <a:pt x="369856" y="19145"/>
                    <a:pt x="346138" y="42863"/>
                    <a:pt x="346138" y="71914"/>
                  </a:cubicBezTo>
                  <a:lnTo>
                    <a:pt x="346138" y="73533"/>
                  </a:lnTo>
                  <a:cubicBezTo>
                    <a:pt x="346138" y="94583"/>
                    <a:pt x="358711" y="112681"/>
                    <a:pt x="376618" y="121158"/>
                  </a:cubicBezTo>
                  <a:lnTo>
                    <a:pt x="376618" y="189833"/>
                  </a:lnTo>
                  <a:cubicBezTo>
                    <a:pt x="349948" y="193929"/>
                    <a:pt x="325564" y="204978"/>
                    <a:pt x="305467" y="221171"/>
                  </a:cubicBezTo>
                  <a:lnTo>
                    <a:pt x="116967" y="74486"/>
                  </a:lnTo>
                  <a:cubicBezTo>
                    <a:pt x="118205" y="69723"/>
                    <a:pt x="119063" y="64770"/>
                    <a:pt x="119063" y="59627"/>
                  </a:cubicBezTo>
                  <a:cubicBezTo>
                    <a:pt x="119063" y="26765"/>
                    <a:pt x="92488" y="95"/>
                    <a:pt x="59626" y="0"/>
                  </a:cubicBezTo>
                  <a:cubicBezTo>
                    <a:pt x="26765" y="0"/>
                    <a:pt x="95" y="26575"/>
                    <a:pt x="0" y="59436"/>
                  </a:cubicBezTo>
                  <a:cubicBezTo>
                    <a:pt x="0" y="92297"/>
                    <a:pt x="26575" y="118967"/>
                    <a:pt x="59436" y="119063"/>
                  </a:cubicBezTo>
                  <a:cubicBezTo>
                    <a:pt x="70104" y="119063"/>
                    <a:pt x="80105" y="116015"/>
                    <a:pt x="88773" y="111062"/>
                  </a:cubicBezTo>
                  <a:lnTo>
                    <a:pt x="274130" y="255270"/>
                  </a:lnTo>
                  <a:cubicBezTo>
                    <a:pt x="258318" y="279083"/>
                    <a:pt x="249174" y="307562"/>
                    <a:pt x="249174" y="338233"/>
                  </a:cubicBezTo>
                  <a:cubicBezTo>
                    <a:pt x="249174" y="370332"/>
                    <a:pt x="259366" y="400050"/>
                    <a:pt x="276511" y="424529"/>
                  </a:cubicBezTo>
                  <a:lnTo>
                    <a:pt x="220123" y="480917"/>
                  </a:lnTo>
                  <a:cubicBezTo>
                    <a:pt x="215646" y="479584"/>
                    <a:pt x="211074" y="478631"/>
                    <a:pt x="206121" y="478631"/>
                  </a:cubicBezTo>
                  <a:cubicBezTo>
                    <a:pt x="179070" y="478631"/>
                    <a:pt x="157163" y="500539"/>
                    <a:pt x="157163" y="527590"/>
                  </a:cubicBezTo>
                  <a:cubicBezTo>
                    <a:pt x="157163" y="554641"/>
                    <a:pt x="179070" y="576548"/>
                    <a:pt x="206121" y="576548"/>
                  </a:cubicBezTo>
                  <a:cubicBezTo>
                    <a:pt x="233172" y="576548"/>
                    <a:pt x="255079" y="554641"/>
                    <a:pt x="255079" y="527590"/>
                  </a:cubicBezTo>
                  <a:cubicBezTo>
                    <a:pt x="255079" y="522732"/>
                    <a:pt x="254127" y="518065"/>
                    <a:pt x="252793" y="513588"/>
                  </a:cubicBezTo>
                  <a:lnTo>
                    <a:pt x="308515" y="457867"/>
                  </a:lnTo>
                  <a:cubicBezTo>
                    <a:pt x="333851" y="477203"/>
                    <a:pt x="365379" y="488823"/>
                    <a:pt x="399669" y="488823"/>
                  </a:cubicBezTo>
                  <a:cubicBezTo>
                    <a:pt x="482822" y="488823"/>
                    <a:pt x="550164" y="421481"/>
                    <a:pt x="550164" y="338328"/>
                  </a:cubicBezTo>
                  <a:cubicBezTo>
                    <a:pt x="550164" y="263081"/>
                    <a:pt x="494919" y="200882"/>
                    <a:pt x="422815" y="189738"/>
                  </a:cubicBezTo>
                  <a:moveTo>
                    <a:pt x="399669" y="415481"/>
                  </a:moveTo>
                  <a:cubicBezTo>
                    <a:pt x="357092" y="415481"/>
                    <a:pt x="322517" y="380905"/>
                    <a:pt x="322517" y="338328"/>
                  </a:cubicBezTo>
                  <a:cubicBezTo>
                    <a:pt x="322517" y="295751"/>
                    <a:pt x="357092" y="261176"/>
                    <a:pt x="399669" y="261176"/>
                  </a:cubicBezTo>
                  <a:cubicBezTo>
                    <a:pt x="442246" y="261176"/>
                    <a:pt x="476821" y="295751"/>
                    <a:pt x="476821" y="338328"/>
                  </a:cubicBezTo>
                  <a:cubicBezTo>
                    <a:pt x="476821" y="380905"/>
                    <a:pt x="442341" y="415481"/>
                    <a:pt x="399669" y="415481"/>
                  </a:cubicBezTo>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3600">
                <a:solidFill>
                  <a:srgbClr val="000000"/>
                </a:solidFill>
                <a:latin typeface="Calibri"/>
                <a:ea typeface="Calibri"/>
                <a:cs typeface="Calibri"/>
                <a:sym typeface="Calibri"/>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w/ Center Aligned Header Light">
  <p:cSld name="BLANK_1_1_1_1_1_1_2">
    <p:bg>
      <p:bgPr>
        <a:solidFill>
          <a:srgbClr val="FFFFFF"/>
        </a:solidFill>
      </p:bgPr>
    </p:bg>
    <p:spTree>
      <p:nvGrpSpPr>
        <p:cNvPr id="1769" name="Shape 1769"/>
        <p:cNvGrpSpPr/>
        <p:nvPr/>
      </p:nvGrpSpPr>
      <p:grpSpPr>
        <a:xfrm>
          <a:off x="0" y="0"/>
          <a:ext cx="0" cy="0"/>
          <a:chOff x="0" y="0"/>
          <a:chExt cx="0" cy="0"/>
        </a:xfrm>
      </p:grpSpPr>
      <p:pic>
        <p:nvPicPr>
          <p:cNvPr id="1770" name="Google Shape;1770;p213"/>
          <p:cNvPicPr preferRelativeResize="0"/>
          <p:nvPr/>
        </p:nvPicPr>
        <p:blipFill>
          <a:blip r:embed="rId2">
            <a:alphaModFix/>
          </a:blip>
          <a:stretch>
            <a:fillRect/>
          </a:stretch>
        </p:blipFill>
        <p:spPr>
          <a:xfrm>
            <a:off x="8445583" y="4482736"/>
            <a:ext cx="666100" cy="707213"/>
          </a:xfrm>
          <a:prstGeom prst="rect">
            <a:avLst/>
          </a:prstGeom>
          <a:noFill/>
          <a:ln>
            <a:noFill/>
          </a:ln>
        </p:spPr>
      </p:pic>
      <p:sp>
        <p:nvSpPr>
          <p:cNvPr id="1771" name="Google Shape;1771;p213"/>
          <p:cNvSpPr txBox="1"/>
          <p:nvPr>
            <p:ph type="title"/>
          </p:nvPr>
        </p:nvSpPr>
        <p:spPr>
          <a:xfrm>
            <a:off x="2065044" y="213361"/>
            <a:ext cx="5013900" cy="52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772" name="Google Shape;1772;p2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Avenir"/>
                <a:ea typeface="Avenir"/>
                <a:cs typeface="Avenir"/>
                <a:sym typeface="Avenir"/>
              </a:defRPr>
            </a:lvl1pPr>
            <a:lvl2pPr lvl="1" rtl="0">
              <a:buNone/>
              <a:defRPr sz="1300">
                <a:solidFill>
                  <a:srgbClr val="33475B"/>
                </a:solidFill>
                <a:latin typeface="Avenir"/>
                <a:ea typeface="Avenir"/>
                <a:cs typeface="Avenir"/>
                <a:sym typeface="Avenir"/>
              </a:defRPr>
            </a:lvl2pPr>
            <a:lvl3pPr lvl="2" rtl="0">
              <a:buNone/>
              <a:defRPr sz="1300">
                <a:solidFill>
                  <a:srgbClr val="33475B"/>
                </a:solidFill>
                <a:latin typeface="Avenir"/>
                <a:ea typeface="Avenir"/>
                <a:cs typeface="Avenir"/>
                <a:sym typeface="Avenir"/>
              </a:defRPr>
            </a:lvl3pPr>
            <a:lvl4pPr lvl="3" rtl="0">
              <a:buNone/>
              <a:defRPr sz="1300">
                <a:solidFill>
                  <a:srgbClr val="33475B"/>
                </a:solidFill>
                <a:latin typeface="Avenir"/>
                <a:ea typeface="Avenir"/>
                <a:cs typeface="Avenir"/>
                <a:sym typeface="Avenir"/>
              </a:defRPr>
            </a:lvl4pPr>
            <a:lvl5pPr lvl="4" rtl="0">
              <a:buNone/>
              <a:defRPr sz="1300">
                <a:solidFill>
                  <a:srgbClr val="33475B"/>
                </a:solidFill>
                <a:latin typeface="Avenir"/>
                <a:ea typeface="Avenir"/>
                <a:cs typeface="Avenir"/>
                <a:sym typeface="Avenir"/>
              </a:defRPr>
            </a:lvl5pPr>
            <a:lvl6pPr lvl="5" rtl="0">
              <a:buNone/>
              <a:defRPr sz="1300">
                <a:solidFill>
                  <a:srgbClr val="33475B"/>
                </a:solidFill>
                <a:latin typeface="Avenir"/>
                <a:ea typeface="Avenir"/>
                <a:cs typeface="Avenir"/>
                <a:sym typeface="Avenir"/>
              </a:defRPr>
            </a:lvl6pPr>
            <a:lvl7pPr lvl="6" rtl="0">
              <a:buNone/>
              <a:defRPr sz="1300">
                <a:solidFill>
                  <a:srgbClr val="33475B"/>
                </a:solidFill>
                <a:latin typeface="Avenir"/>
                <a:ea typeface="Avenir"/>
                <a:cs typeface="Avenir"/>
                <a:sym typeface="Avenir"/>
              </a:defRPr>
            </a:lvl7pPr>
            <a:lvl8pPr lvl="7" rtl="0">
              <a:buNone/>
              <a:defRPr sz="1300">
                <a:solidFill>
                  <a:srgbClr val="33475B"/>
                </a:solidFill>
                <a:latin typeface="Avenir"/>
                <a:ea typeface="Avenir"/>
                <a:cs typeface="Avenir"/>
                <a:sym typeface="Avenir"/>
              </a:defRPr>
            </a:lvl8pPr>
            <a:lvl9pPr lvl="8" rtl="0">
              <a:buNone/>
              <a:defRPr sz="1300">
                <a:solidFill>
                  <a:srgbClr val="33475B"/>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Blue 1">
  <p:cSld name="Blank Dark Blue_1">
    <p:bg>
      <p:bgPr>
        <a:solidFill>
          <a:srgbClr val="213343"/>
        </a:solidFill>
      </p:bgPr>
    </p:bg>
    <p:spTree>
      <p:nvGrpSpPr>
        <p:cNvPr id="1773" name="Shape 1773"/>
        <p:cNvGrpSpPr/>
        <p:nvPr/>
      </p:nvGrpSpPr>
      <p:grpSpPr>
        <a:xfrm>
          <a:off x="0" y="0"/>
          <a:ext cx="0" cy="0"/>
          <a:chOff x="0" y="0"/>
          <a:chExt cx="0" cy="0"/>
        </a:xfrm>
      </p:grpSpPr>
      <p:pic>
        <p:nvPicPr>
          <p:cNvPr id="1774" name="Google Shape;1774;p214"/>
          <p:cNvPicPr preferRelativeResize="0"/>
          <p:nvPr/>
        </p:nvPicPr>
        <p:blipFill rotWithShape="1">
          <a:blip r:embed="rId2">
            <a:alphaModFix amt="9000"/>
          </a:blip>
          <a:srcRect b="30325" l="16339" r="10944" t="8163"/>
          <a:stretch/>
        </p:blipFill>
        <p:spPr>
          <a:xfrm>
            <a:off x="2520250" y="0"/>
            <a:ext cx="9144003" cy="5143501"/>
          </a:xfrm>
          <a:prstGeom prst="rect">
            <a:avLst/>
          </a:prstGeom>
          <a:noFill/>
          <a:ln>
            <a:noFill/>
          </a:ln>
        </p:spPr>
      </p:pic>
      <p:pic>
        <p:nvPicPr>
          <p:cNvPr id="1775" name="Google Shape;1775;p214"/>
          <p:cNvPicPr preferRelativeResize="0"/>
          <p:nvPr/>
        </p:nvPicPr>
        <p:blipFill>
          <a:blip r:embed="rId3">
            <a:alphaModFix/>
          </a:blip>
          <a:stretch>
            <a:fillRect/>
          </a:stretch>
        </p:blipFill>
        <p:spPr>
          <a:xfrm>
            <a:off x="8194850" y="4829924"/>
            <a:ext cx="753525" cy="292675"/>
          </a:xfrm>
          <a:prstGeom prst="rect">
            <a:avLst/>
          </a:prstGeom>
          <a:noFill/>
          <a:ln>
            <a:noFill/>
          </a:ln>
        </p:spPr>
      </p:pic>
      <p:sp>
        <p:nvSpPr>
          <p:cNvPr id="1776" name="Google Shape;1776;p2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3">
  <p:cSld name="BLANK_3">
    <p:spTree>
      <p:nvGrpSpPr>
        <p:cNvPr id="1777" name="Shape 1777"/>
        <p:cNvGrpSpPr/>
        <p:nvPr/>
      </p:nvGrpSpPr>
      <p:grpSpPr>
        <a:xfrm>
          <a:off x="0" y="0"/>
          <a:ext cx="0" cy="0"/>
          <a:chOff x="0" y="0"/>
          <a:chExt cx="0" cy="0"/>
        </a:xfrm>
      </p:grpSpPr>
      <p:sp>
        <p:nvSpPr>
          <p:cNvPr id="1778" name="Google Shape;1778;p2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anvas – Logo">
  <p:cSld name="BLANK_1_2_1">
    <p:bg>
      <p:bgPr>
        <a:solidFill>
          <a:srgbClr val="FFFFFF"/>
        </a:solidFill>
      </p:bgPr>
    </p:bg>
    <p:spTree>
      <p:nvGrpSpPr>
        <p:cNvPr id="1779" name="Shape 1779"/>
        <p:cNvGrpSpPr/>
        <p:nvPr/>
      </p:nvGrpSpPr>
      <p:grpSpPr>
        <a:xfrm>
          <a:off x="0" y="0"/>
          <a:ext cx="0" cy="0"/>
          <a:chOff x="0" y="0"/>
          <a:chExt cx="0" cy="0"/>
        </a:xfrm>
      </p:grpSpPr>
      <p:pic>
        <p:nvPicPr>
          <p:cNvPr id="1780" name="Google Shape;1780;p216"/>
          <p:cNvPicPr preferRelativeResize="0"/>
          <p:nvPr/>
        </p:nvPicPr>
        <p:blipFill>
          <a:blip r:embed="rId2">
            <a:alphaModFix/>
          </a:blip>
          <a:stretch>
            <a:fillRect/>
          </a:stretch>
        </p:blipFill>
        <p:spPr>
          <a:xfrm>
            <a:off x="8241862" y="4882538"/>
            <a:ext cx="659502" cy="187451"/>
          </a:xfrm>
          <a:prstGeom prst="rect">
            <a:avLst/>
          </a:prstGeom>
          <a:noFill/>
          <a:ln>
            <a:noFill/>
          </a:ln>
        </p:spPr>
      </p:pic>
      <p:sp>
        <p:nvSpPr>
          <p:cNvPr id="1781" name="Google Shape;1781;p2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rtl="0">
              <a:buNone/>
              <a:defRPr sz="1300">
                <a:solidFill>
                  <a:srgbClr val="33475B"/>
                </a:solidFill>
                <a:latin typeface="Lexend Deca Light"/>
                <a:ea typeface="Lexend Deca Light"/>
                <a:cs typeface="Lexend Deca Light"/>
                <a:sym typeface="Lexend Deca Light"/>
              </a:defRPr>
            </a:lvl1pPr>
            <a:lvl2pPr lvl="1" rtl="0">
              <a:buNone/>
              <a:defRPr sz="1300">
                <a:solidFill>
                  <a:srgbClr val="33475B"/>
                </a:solidFill>
                <a:latin typeface="Lexend Deca Light"/>
                <a:ea typeface="Lexend Deca Light"/>
                <a:cs typeface="Lexend Deca Light"/>
                <a:sym typeface="Lexend Deca Light"/>
              </a:defRPr>
            </a:lvl2pPr>
            <a:lvl3pPr lvl="2" rtl="0">
              <a:buNone/>
              <a:defRPr sz="1300">
                <a:solidFill>
                  <a:srgbClr val="33475B"/>
                </a:solidFill>
                <a:latin typeface="Lexend Deca Light"/>
                <a:ea typeface="Lexend Deca Light"/>
                <a:cs typeface="Lexend Deca Light"/>
                <a:sym typeface="Lexend Deca Light"/>
              </a:defRPr>
            </a:lvl3pPr>
            <a:lvl4pPr lvl="3" rtl="0">
              <a:buNone/>
              <a:defRPr sz="1300">
                <a:solidFill>
                  <a:srgbClr val="33475B"/>
                </a:solidFill>
                <a:latin typeface="Lexend Deca Light"/>
                <a:ea typeface="Lexend Deca Light"/>
                <a:cs typeface="Lexend Deca Light"/>
                <a:sym typeface="Lexend Deca Light"/>
              </a:defRPr>
            </a:lvl4pPr>
            <a:lvl5pPr lvl="4" rtl="0">
              <a:buNone/>
              <a:defRPr sz="1300">
                <a:solidFill>
                  <a:srgbClr val="33475B"/>
                </a:solidFill>
                <a:latin typeface="Lexend Deca Light"/>
                <a:ea typeface="Lexend Deca Light"/>
                <a:cs typeface="Lexend Deca Light"/>
                <a:sym typeface="Lexend Deca Light"/>
              </a:defRPr>
            </a:lvl5pPr>
            <a:lvl6pPr lvl="5" rtl="0">
              <a:buNone/>
              <a:defRPr sz="1300">
                <a:solidFill>
                  <a:srgbClr val="33475B"/>
                </a:solidFill>
                <a:latin typeface="Lexend Deca Light"/>
                <a:ea typeface="Lexend Deca Light"/>
                <a:cs typeface="Lexend Deca Light"/>
                <a:sym typeface="Lexend Deca Light"/>
              </a:defRPr>
            </a:lvl6pPr>
            <a:lvl7pPr lvl="6" rtl="0">
              <a:buNone/>
              <a:defRPr sz="1300">
                <a:solidFill>
                  <a:srgbClr val="33475B"/>
                </a:solidFill>
                <a:latin typeface="Lexend Deca Light"/>
                <a:ea typeface="Lexend Deca Light"/>
                <a:cs typeface="Lexend Deca Light"/>
                <a:sym typeface="Lexend Deca Light"/>
              </a:defRPr>
            </a:lvl7pPr>
            <a:lvl8pPr lvl="7" rtl="0">
              <a:buNone/>
              <a:defRPr sz="1300">
                <a:solidFill>
                  <a:srgbClr val="33475B"/>
                </a:solidFill>
                <a:latin typeface="Lexend Deca Light"/>
                <a:ea typeface="Lexend Deca Light"/>
                <a:cs typeface="Lexend Deca Light"/>
                <a:sym typeface="Lexend Deca Light"/>
              </a:defRPr>
            </a:lvl8pPr>
            <a:lvl9pPr lvl="8" rtl="0">
              <a:buNone/>
              <a:defRPr sz="1300">
                <a:solidFill>
                  <a:srgbClr val="33475B"/>
                </a:solidFill>
                <a:latin typeface="Lexend Deca Light"/>
                <a:ea typeface="Lexend Deca Light"/>
                <a:cs typeface="Lexend Deca Light"/>
                <a:sym typeface="Lexend Deca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logo">
  <p:cSld name="BLANK_1_3">
    <p:spTree>
      <p:nvGrpSpPr>
        <p:cNvPr id="1782" name="Shape 1782"/>
        <p:cNvGrpSpPr/>
        <p:nvPr/>
      </p:nvGrpSpPr>
      <p:grpSpPr>
        <a:xfrm>
          <a:off x="0" y="0"/>
          <a:ext cx="0" cy="0"/>
          <a:chOff x="0" y="0"/>
          <a:chExt cx="0" cy="0"/>
        </a:xfrm>
      </p:grpSpPr>
      <p:sp>
        <p:nvSpPr>
          <p:cNvPr id="1783" name="Google Shape;1783;p2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1">
  <p:cSld name="CUSTOM_15_1">
    <p:bg>
      <p:bgPr>
        <a:solidFill>
          <a:schemeClr val="dk1"/>
        </a:solidFill>
      </p:bgPr>
    </p:bg>
    <p:spTree>
      <p:nvGrpSpPr>
        <p:cNvPr id="1784" name="Shape 1784"/>
        <p:cNvGrpSpPr/>
        <p:nvPr/>
      </p:nvGrpSpPr>
      <p:grpSpPr>
        <a:xfrm>
          <a:off x="0" y="0"/>
          <a:ext cx="0" cy="0"/>
          <a:chOff x="0" y="0"/>
          <a:chExt cx="0" cy="0"/>
        </a:xfrm>
      </p:grpSpPr>
      <p:sp>
        <p:nvSpPr>
          <p:cNvPr id="1785" name="Google Shape;1785;p218"/>
          <p:cNvSpPr/>
          <p:nvPr/>
        </p:nvSpPr>
        <p:spPr>
          <a:xfrm>
            <a:off x="285728" y="1000096"/>
            <a:ext cx="2571776" cy="4143424"/>
          </a:xfrm>
          <a:custGeom>
            <a:rect b="b" l="l" r="r" t="t"/>
            <a:pathLst>
              <a:path extrusionOk="0" h="129482" w="80368">
                <a:moveTo>
                  <a:pt x="1" y="1"/>
                </a:moveTo>
                <a:lnTo>
                  <a:pt x="1" y="40184"/>
                </a:lnTo>
                <a:lnTo>
                  <a:pt x="1" y="129481"/>
                </a:lnTo>
                <a:lnTo>
                  <a:pt x="80368" y="129481"/>
                </a:lnTo>
                <a:lnTo>
                  <a:pt x="80368" y="40184"/>
                </a:lnTo>
                <a:lnTo>
                  <a:pt x="80368" y="39143"/>
                </a:lnTo>
                <a:lnTo>
                  <a:pt x="80331" y="38101"/>
                </a:lnTo>
                <a:lnTo>
                  <a:pt x="80256" y="37096"/>
                </a:lnTo>
                <a:lnTo>
                  <a:pt x="80145" y="36092"/>
                </a:lnTo>
                <a:lnTo>
                  <a:pt x="80033" y="35050"/>
                </a:lnTo>
                <a:lnTo>
                  <a:pt x="79921" y="34082"/>
                </a:lnTo>
                <a:lnTo>
                  <a:pt x="79735" y="33078"/>
                </a:lnTo>
                <a:lnTo>
                  <a:pt x="79549" y="32073"/>
                </a:lnTo>
                <a:lnTo>
                  <a:pt x="79326" y="31106"/>
                </a:lnTo>
                <a:lnTo>
                  <a:pt x="79103" y="30138"/>
                </a:lnTo>
                <a:lnTo>
                  <a:pt x="78842" y="29171"/>
                </a:lnTo>
                <a:lnTo>
                  <a:pt x="78545" y="28241"/>
                </a:lnTo>
                <a:lnTo>
                  <a:pt x="78247" y="27311"/>
                </a:lnTo>
                <a:lnTo>
                  <a:pt x="77912" y="26381"/>
                </a:lnTo>
                <a:lnTo>
                  <a:pt x="77577" y="25450"/>
                </a:lnTo>
                <a:lnTo>
                  <a:pt x="77205" y="24557"/>
                </a:lnTo>
                <a:lnTo>
                  <a:pt x="76833" y="23664"/>
                </a:lnTo>
                <a:lnTo>
                  <a:pt x="76424" y="22771"/>
                </a:lnTo>
                <a:lnTo>
                  <a:pt x="75977" y="21879"/>
                </a:lnTo>
                <a:lnTo>
                  <a:pt x="75531" y="21023"/>
                </a:lnTo>
                <a:lnTo>
                  <a:pt x="75047" y="20167"/>
                </a:lnTo>
                <a:lnTo>
                  <a:pt x="74564" y="19348"/>
                </a:lnTo>
                <a:lnTo>
                  <a:pt x="74043" y="18530"/>
                </a:lnTo>
                <a:lnTo>
                  <a:pt x="73522" y="17711"/>
                </a:lnTo>
                <a:lnTo>
                  <a:pt x="72964" y="16930"/>
                </a:lnTo>
                <a:lnTo>
                  <a:pt x="72368" y="16149"/>
                </a:lnTo>
                <a:lnTo>
                  <a:pt x="71810" y="15367"/>
                </a:lnTo>
                <a:lnTo>
                  <a:pt x="71178" y="14623"/>
                </a:lnTo>
                <a:lnTo>
                  <a:pt x="70582" y="13879"/>
                </a:lnTo>
                <a:lnTo>
                  <a:pt x="69913" y="13172"/>
                </a:lnTo>
                <a:lnTo>
                  <a:pt x="69280" y="12465"/>
                </a:lnTo>
                <a:lnTo>
                  <a:pt x="68610" y="11758"/>
                </a:lnTo>
                <a:lnTo>
                  <a:pt x="67904" y="11089"/>
                </a:lnTo>
                <a:lnTo>
                  <a:pt x="67197" y="10456"/>
                </a:lnTo>
                <a:lnTo>
                  <a:pt x="66490" y="9786"/>
                </a:lnTo>
                <a:lnTo>
                  <a:pt x="65746" y="9191"/>
                </a:lnTo>
                <a:lnTo>
                  <a:pt x="65001" y="8558"/>
                </a:lnTo>
                <a:lnTo>
                  <a:pt x="64220" y="8000"/>
                </a:lnTo>
                <a:lnTo>
                  <a:pt x="63439" y="7405"/>
                </a:lnTo>
                <a:lnTo>
                  <a:pt x="62657" y="6847"/>
                </a:lnTo>
                <a:lnTo>
                  <a:pt x="61839" y="6326"/>
                </a:lnTo>
                <a:lnTo>
                  <a:pt x="61020" y="5805"/>
                </a:lnTo>
                <a:lnTo>
                  <a:pt x="60202" y="5321"/>
                </a:lnTo>
                <a:lnTo>
                  <a:pt x="59346" y="4838"/>
                </a:lnTo>
                <a:lnTo>
                  <a:pt x="58490" y="4391"/>
                </a:lnTo>
                <a:lnTo>
                  <a:pt x="57597" y="3945"/>
                </a:lnTo>
                <a:lnTo>
                  <a:pt x="56704" y="3535"/>
                </a:lnTo>
                <a:lnTo>
                  <a:pt x="55811" y="3163"/>
                </a:lnTo>
                <a:lnTo>
                  <a:pt x="54918" y="2791"/>
                </a:lnTo>
                <a:lnTo>
                  <a:pt x="53988" y="2456"/>
                </a:lnTo>
                <a:lnTo>
                  <a:pt x="53058" y="2122"/>
                </a:lnTo>
                <a:lnTo>
                  <a:pt x="52128" y="1824"/>
                </a:lnTo>
                <a:lnTo>
                  <a:pt x="51198" y="1526"/>
                </a:lnTo>
                <a:lnTo>
                  <a:pt x="50230" y="1266"/>
                </a:lnTo>
                <a:lnTo>
                  <a:pt x="49263" y="1043"/>
                </a:lnTo>
                <a:lnTo>
                  <a:pt x="48295" y="819"/>
                </a:lnTo>
                <a:lnTo>
                  <a:pt x="47291" y="633"/>
                </a:lnTo>
                <a:lnTo>
                  <a:pt x="46286" y="447"/>
                </a:lnTo>
                <a:lnTo>
                  <a:pt x="45319" y="336"/>
                </a:lnTo>
                <a:lnTo>
                  <a:pt x="44277" y="224"/>
                </a:lnTo>
                <a:lnTo>
                  <a:pt x="43272" y="112"/>
                </a:lnTo>
                <a:lnTo>
                  <a:pt x="42268" y="38"/>
                </a:lnTo>
                <a:lnTo>
                  <a:pt x="4122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18"/>
          <p:cNvSpPr/>
          <p:nvPr/>
        </p:nvSpPr>
        <p:spPr>
          <a:xfrm>
            <a:off x="1571616" y="1000096"/>
            <a:ext cx="1285888" cy="1285920"/>
          </a:xfrm>
          <a:custGeom>
            <a:rect b="b" l="l" r="r" t="t"/>
            <a:pathLst>
              <a:path extrusionOk="0" h="40185" w="40184">
                <a:moveTo>
                  <a:pt x="0" y="1"/>
                </a:moveTo>
                <a:lnTo>
                  <a:pt x="0" y="2233"/>
                </a:lnTo>
                <a:lnTo>
                  <a:pt x="968" y="2233"/>
                </a:lnTo>
                <a:lnTo>
                  <a:pt x="1935" y="2270"/>
                </a:lnTo>
                <a:lnTo>
                  <a:pt x="2902" y="2345"/>
                </a:lnTo>
                <a:lnTo>
                  <a:pt x="3870" y="2419"/>
                </a:lnTo>
                <a:lnTo>
                  <a:pt x="4837" y="2531"/>
                </a:lnTo>
                <a:lnTo>
                  <a:pt x="5767" y="2680"/>
                </a:lnTo>
                <a:lnTo>
                  <a:pt x="6735" y="2829"/>
                </a:lnTo>
                <a:lnTo>
                  <a:pt x="7665" y="3015"/>
                </a:lnTo>
                <a:lnTo>
                  <a:pt x="8558" y="3201"/>
                </a:lnTo>
                <a:lnTo>
                  <a:pt x="9488" y="3424"/>
                </a:lnTo>
                <a:lnTo>
                  <a:pt x="10381" y="3684"/>
                </a:lnTo>
                <a:lnTo>
                  <a:pt x="11274" y="3945"/>
                </a:lnTo>
                <a:lnTo>
                  <a:pt x="12167" y="4242"/>
                </a:lnTo>
                <a:lnTo>
                  <a:pt x="13060" y="4540"/>
                </a:lnTo>
                <a:lnTo>
                  <a:pt x="13916" y="4875"/>
                </a:lnTo>
                <a:lnTo>
                  <a:pt x="14771" y="5210"/>
                </a:lnTo>
                <a:lnTo>
                  <a:pt x="15627" y="5582"/>
                </a:lnTo>
                <a:lnTo>
                  <a:pt x="16446" y="5991"/>
                </a:lnTo>
                <a:lnTo>
                  <a:pt x="17264" y="6400"/>
                </a:lnTo>
                <a:lnTo>
                  <a:pt x="18083" y="6810"/>
                </a:lnTo>
                <a:lnTo>
                  <a:pt x="19683" y="7740"/>
                </a:lnTo>
                <a:lnTo>
                  <a:pt x="21208" y="8707"/>
                </a:lnTo>
                <a:lnTo>
                  <a:pt x="22697" y="9786"/>
                </a:lnTo>
                <a:lnTo>
                  <a:pt x="24148" y="10902"/>
                </a:lnTo>
                <a:lnTo>
                  <a:pt x="25524" y="12093"/>
                </a:lnTo>
                <a:lnTo>
                  <a:pt x="26827" y="13358"/>
                </a:lnTo>
                <a:lnTo>
                  <a:pt x="28092" y="14660"/>
                </a:lnTo>
                <a:lnTo>
                  <a:pt x="29282" y="16037"/>
                </a:lnTo>
                <a:lnTo>
                  <a:pt x="30398" y="17488"/>
                </a:lnTo>
                <a:lnTo>
                  <a:pt x="31477" y="18976"/>
                </a:lnTo>
                <a:lnTo>
                  <a:pt x="32445" y="20502"/>
                </a:lnTo>
                <a:lnTo>
                  <a:pt x="33375" y="22102"/>
                </a:lnTo>
                <a:lnTo>
                  <a:pt x="33784" y="22920"/>
                </a:lnTo>
                <a:lnTo>
                  <a:pt x="34194" y="23739"/>
                </a:lnTo>
                <a:lnTo>
                  <a:pt x="34603" y="24557"/>
                </a:lnTo>
                <a:lnTo>
                  <a:pt x="34975" y="25413"/>
                </a:lnTo>
                <a:lnTo>
                  <a:pt x="35310" y="26269"/>
                </a:lnTo>
                <a:lnTo>
                  <a:pt x="35645" y="27125"/>
                </a:lnTo>
                <a:lnTo>
                  <a:pt x="35942" y="28018"/>
                </a:lnTo>
                <a:lnTo>
                  <a:pt x="36240" y="28911"/>
                </a:lnTo>
                <a:lnTo>
                  <a:pt x="36500" y="29804"/>
                </a:lnTo>
                <a:lnTo>
                  <a:pt x="36761" y="30697"/>
                </a:lnTo>
                <a:lnTo>
                  <a:pt x="36984" y="31627"/>
                </a:lnTo>
                <a:lnTo>
                  <a:pt x="37170" y="32520"/>
                </a:lnTo>
                <a:lnTo>
                  <a:pt x="37356" y="33450"/>
                </a:lnTo>
                <a:lnTo>
                  <a:pt x="37505" y="34417"/>
                </a:lnTo>
                <a:lnTo>
                  <a:pt x="37654" y="35347"/>
                </a:lnTo>
                <a:lnTo>
                  <a:pt x="37765" y="36315"/>
                </a:lnTo>
                <a:lnTo>
                  <a:pt x="37840" y="37282"/>
                </a:lnTo>
                <a:lnTo>
                  <a:pt x="37914" y="38250"/>
                </a:lnTo>
                <a:lnTo>
                  <a:pt x="37951" y="39217"/>
                </a:lnTo>
                <a:lnTo>
                  <a:pt x="37951" y="40184"/>
                </a:lnTo>
                <a:lnTo>
                  <a:pt x="40184" y="40184"/>
                </a:lnTo>
                <a:lnTo>
                  <a:pt x="40184" y="39143"/>
                </a:lnTo>
                <a:lnTo>
                  <a:pt x="40147" y="38101"/>
                </a:lnTo>
                <a:lnTo>
                  <a:pt x="40072" y="37096"/>
                </a:lnTo>
                <a:lnTo>
                  <a:pt x="39961" y="36092"/>
                </a:lnTo>
                <a:lnTo>
                  <a:pt x="39849" y="35050"/>
                </a:lnTo>
                <a:lnTo>
                  <a:pt x="39737" y="34082"/>
                </a:lnTo>
                <a:lnTo>
                  <a:pt x="39551" y="33078"/>
                </a:lnTo>
                <a:lnTo>
                  <a:pt x="39365" y="32073"/>
                </a:lnTo>
                <a:lnTo>
                  <a:pt x="39142" y="31106"/>
                </a:lnTo>
                <a:lnTo>
                  <a:pt x="38919" y="30138"/>
                </a:lnTo>
                <a:lnTo>
                  <a:pt x="38658" y="29171"/>
                </a:lnTo>
                <a:lnTo>
                  <a:pt x="38361" y="28241"/>
                </a:lnTo>
                <a:lnTo>
                  <a:pt x="38063" y="27311"/>
                </a:lnTo>
                <a:lnTo>
                  <a:pt x="37728" y="26381"/>
                </a:lnTo>
                <a:lnTo>
                  <a:pt x="37393" y="25450"/>
                </a:lnTo>
                <a:lnTo>
                  <a:pt x="37021" y="24557"/>
                </a:lnTo>
                <a:lnTo>
                  <a:pt x="36649" y="23664"/>
                </a:lnTo>
                <a:lnTo>
                  <a:pt x="36240" y="22771"/>
                </a:lnTo>
                <a:lnTo>
                  <a:pt x="35793" y="21879"/>
                </a:lnTo>
                <a:lnTo>
                  <a:pt x="35347" y="21023"/>
                </a:lnTo>
                <a:lnTo>
                  <a:pt x="34863" y="20167"/>
                </a:lnTo>
                <a:lnTo>
                  <a:pt x="34380" y="19348"/>
                </a:lnTo>
                <a:lnTo>
                  <a:pt x="33859" y="18530"/>
                </a:lnTo>
                <a:lnTo>
                  <a:pt x="33338" y="17711"/>
                </a:lnTo>
                <a:lnTo>
                  <a:pt x="32780" y="16930"/>
                </a:lnTo>
                <a:lnTo>
                  <a:pt x="32184" y="16149"/>
                </a:lnTo>
                <a:lnTo>
                  <a:pt x="31626" y="15367"/>
                </a:lnTo>
                <a:lnTo>
                  <a:pt x="30994" y="14623"/>
                </a:lnTo>
                <a:lnTo>
                  <a:pt x="30398" y="13879"/>
                </a:lnTo>
                <a:lnTo>
                  <a:pt x="29729" y="13172"/>
                </a:lnTo>
                <a:lnTo>
                  <a:pt x="29096" y="12465"/>
                </a:lnTo>
                <a:lnTo>
                  <a:pt x="28426" y="11758"/>
                </a:lnTo>
                <a:lnTo>
                  <a:pt x="27720" y="11089"/>
                </a:lnTo>
                <a:lnTo>
                  <a:pt x="27013" y="10456"/>
                </a:lnTo>
                <a:lnTo>
                  <a:pt x="26306" y="9786"/>
                </a:lnTo>
                <a:lnTo>
                  <a:pt x="25562" y="9191"/>
                </a:lnTo>
                <a:lnTo>
                  <a:pt x="24817" y="8558"/>
                </a:lnTo>
                <a:lnTo>
                  <a:pt x="24036" y="8000"/>
                </a:lnTo>
                <a:lnTo>
                  <a:pt x="23255" y="7405"/>
                </a:lnTo>
                <a:lnTo>
                  <a:pt x="22473" y="6847"/>
                </a:lnTo>
                <a:lnTo>
                  <a:pt x="21655" y="6326"/>
                </a:lnTo>
                <a:lnTo>
                  <a:pt x="20836" y="5805"/>
                </a:lnTo>
                <a:lnTo>
                  <a:pt x="20018" y="5321"/>
                </a:lnTo>
                <a:lnTo>
                  <a:pt x="19162" y="4838"/>
                </a:lnTo>
                <a:lnTo>
                  <a:pt x="18306" y="4391"/>
                </a:lnTo>
                <a:lnTo>
                  <a:pt x="17413" y="3945"/>
                </a:lnTo>
                <a:lnTo>
                  <a:pt x="16520" y="3535"/>
                </a:lnTo>
                <a:lnTo>
                  <a:pt x="15627" y="3163"/>
                </a:lnTo>
                <a:lnTo>
                  <a:pt x="14734" y="2791"/>
                </a:lnTo>
                <a:lnTo>
                  <a:pt x="13804" y="2456"/>
                </a:lnTo>
                <a:lnTo>
                  <a:pt x="12874" y="2122"/>
                </a:lnTo>
                <a:lnTo>
                  <a:pt x="11944" y="1824"/>
                </a:lnTo>
                <a:lnTo>
                  <a:pt x="11014" y="1526"/>
                </a:lnTo>
                <a:lnTo>
                  <a:pt x="10046" y="1266"/>
                </a:lnTo>
                <a:lnTo>
                  <a:pt x="9079" y="1043"/>
                </a:lnTo>
                <a:lnTo>
                  <a:pt x="8111" y="819"/>
                </a:lnTo>
                <a:lnTo>
                  <a:pt x="7107" y="633"/>
                </a:lnTo>
                <a:lnTo>
                  <a:pt x="6102" y="447"/>
                </a:lnTo>
                <a:lnTo>
                  <a:pt x="5135" y="336"/>
                </a:lnTo>
                <a:lnTo>
                  <a:pt x="4093" y="224"/>
                </a:lnTo>
                <a:lnTo>
                  <a:pt x="3088" y="112"/>
                </a:lnTo>
                <a:lnTo>
                  <a:pt x="2084" y="38"/>
                </a:lnTo>
                <a:lnTo>
                  <a:pt x="10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18"/>
          <p:cNvSpPr/>
          <p:nvPr/>
        </p:nvSpPr>
        <p:spPr>
          <a:xfrm>
            <a:off x="3278976" y="1000096"/>
            <a:ext cx="2571776" cy="4143424"/>
          </a:xfrm>
          <a:custGeom>
            <a:rect b="b" l="l" r="r" t="t"/>
            <a:pathLst>
              <a:path extrusionOk="0" h="129482" w="80368">
                <a:moveTo>
                  <a:pt x="0" y="1"/>
                </a:moveTo>
                <a:lnTo>
                  <a:pt x="0" y="40184"/>
                </a:lnTo>
                <a:lnTo>
                  <a:pt x="0" y="129481"/>
                </a:lnTo>
                <a:lnTo>
                  <a:pt x="80367" y="129481"/>
                </a:lnTo>
                <a:lnTo>
                  <a:pt x="80367" y="40184"/>
                </a:lnTo>
                <a:lnTo>
                  <a:pt x="80367" y="39143"/>
                </a:lnTo>
                <a:lnTo>
                  <a:pt x="80330" y="38101"/>
                </a:lnTo>
                <a:lnTo>
                  <a:pt x="80256" y="37096"/>
                </a:lnTo>
                <a:lnTo>
                  <a:pt x="80181" y="36092"/>
                </a:lnTo>
                <a:lnTo>
                  <a:pt x="80070" y="35050"/>
                </a:lnTo>
                <a:lnTo>
                  <a:pt x="79921" y="34082"/>
                </a:lnTo>
                <a:lnTo>
                  <a:pt x="79735" y="33078"/>
                </a:lnTo>
                <a:lnTo>
                  <a:pt x="79549" y="32073"/>
                </a:lnTo>
                <a:lnTo>
                  <a:pt x="79363" y="31106"/>
                </a:lnTo>
                <a:lnTo>
                  <a:pt x="79102" y="30138"/>
                </a:lnTo>
                <a:lnTo>
                  <a:pt x="78842" y="29171"/>
                </a:lnTo>
                <a:lnTo>
                  <a:pt x="78581" y="28241"/>
                </a:lnTo>
                <a:lnTo>
                  <a:pt x="78284" y="27311"/>
                </a:lnTo>
                <a:lnTo>
                  <a:pt x="77949" y="26381"/>
                </a:lnTo>
                <a:lnTo>
                  <a:pt x="77577" y="25450"/>
                </a:lnTo>
                <a:lnTo>
                  <a:pt x="77205" y="24557"/>
                </a:lnTo>
                <a:lnTo>
                  <a:pt x="76833" y="23664"/>
                </a:lnTo>
                <a:lnTo>
                  <a:pt x="76423" y="22771"/>
                </a:lnTo>
                <a:lnTo>
                  <a:pt x="75977" y="21879"/>
                </a:lnTo>
                <a:lnTo>
                  <a:pt x="75530" y="21023"/>
                </a:lnTo>
                <a:lnTo>
                  <a:pt x="75047" y="20167"/>
                </a:lnTo>
                <a:lnTo>
                  <a:pt x="74563" y="19348"/>
                </a:lnTo>
                <a:lnTo>
                  <a:pt x="74042" y="18530"/>
                </a:lnTo>
                <a:lnTo>
                  <a:pt x="73521" y="17711"/>
                </a:lnTo>
                <a:lnTo>
                  <a:pt x="72963" y="16930"/>
                </a:lnTo>
                <a:lnTo>
                  <a:pt x="72405" y="16149"/>
                </a:lnTo>
                <a:lnTo>
                  <a:pt x="71810" y="15367"/>
                </a:lnTo>
                <a:lnTo>
                  <a:pt x="71214" y="14623"/>
                </a:lnTo>
                <a:lnTo>
                  <a:pt x="70582" y="13879"/>
                </a:lnTo>
                <a:lnTo>
                  <a:pt x="69949" y="13172"/>
                </a:lnTo>
                <a:lnTo>
                  <a:pt x="69280" y="12465"/>
                </a:lnTo>
                <a:lnTo>
                  <a:pt x="68610" y="11758"/>
                </a:lnTo>
                <a:lnTo>
                  <a:pt x="67903" y="11089"/>
                </a:lnTo>
                <a:lnTo>
                  <a:pt x="67196" y="10456"/>
                </a:lnTo>
                <a:lnTo>
                  <a:pt x="66489" y="9786"/>
                </a:lnTo>
                <a:lnTo>
                  <a:pt x="65745" y="9191"/>
                </a:lnTo>
                <a:lnTo>
                  <a:pt x="65001" y="8558"/>
                </a:lnTo>
                <a:lnTo>
                  <a:pt x="64220" y="8000"/>
                </a:lnTo>
                <a:lnTo>
                  <a:pt x="63438" y="7405"/>
                </a:lnTo>
                <a:lnTo>
                  <a:pt x="62657" y="6847"/>
                </a:lnTo>
                <a:lnTo>
                  <a:pt x="61838" y="6326"/>
                </a:lnTo>
                <a:lnTo>
                  <a:pt x="61020" y="5805"/>
                </a:lnTo>
                <a:lnTo>
                  <a:pt x="60201" y="5321"/>
                </a:lnTo>
                <a:lnTo>
                  <a:pt x="59345" y="4838"/>
                </a:lnTo>
                <a:lnTo>
                  <a:pt x="58490" y="4391"/>
                </a:lnTo>
                <a:lnTo>
                  <a:pt x="57597" y="3945"/>
                </a:lnTo>
                <a:lnTo>
                  <a:pt x="56741" y="3535"/>
                </a:lnTo>
                <a:lnTo>
                  <a:pt x="55848" y="3163"/>
                </a:lnTo>
                <a:lnTo>
                  <a:pt x="54918" y="2791"/>
                </a:lnTo>
                <a:lnTo>
                  <a:pt x="54025" y="2456"/>
                </a:lnTo>
                <a:lnTo>
                  <a:pt x="53095" y="2122"/>
                </a:lnTo>
                <a:lnTo>
                  <a:pt x="52127" y="1824"/>
                </a:lnTo>
                <a:lnTo>
                  <a:pt x="51197" y="1526"/>
                </a:lnTo>
                <a:lnTo>
                  <a:pt x="50230" y="1266"/>
                </a:lnTo>
                <a:lnTo>
                  <a:pt x="49262" y="1043"/>
                </a:lnTo>
                <a:lnTo>
                  <a:pt x="48295" y="819"/>
                </a:lnTo>
                <a:lnTo>
                  <a:pt x="47290" y="633"/>
                </a:lnTo>
                <a:lnTo>
                  <a:pt x="46323" y="447"/>
                </a:lnTo>
                <a:lnTo>
                  <a:pt x="45318" y="336"/>
                </a:lnTo>
                <a:lnTo>
                  <a:pt x="44314" y="224"/>
                </a:lnTo>
                <a:lnTo>
                  <a:pt x="43272" y="112"/>
                </a:lnTo>
                <a:lnTo>
                  <a:pt x="42267" y="38"/>
                </a:lnTo>
                <a:lnTo>
                  <a:pt x="4122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18"/>
          <p:cNvSpPr/>
          <p:nvPr/>
        </p:nvSpPr>
        <p:spPr>
          <a:xfrm>
            <a:off x="4564832" y="1000096"/>
            <a:ext cx="1285920" cy="1285920"/>
          </a:xfrm>
          <a:custGeom>
            <a:rect b="b" l="l" r="r" t="t"/>
            <a:pathLst>
              <a:path extrusionOk="0" h="40185" w="40185">
                <a:moveTo>
                  <a:pt x="1" y="1"/>
                </a:moveTo>
                <a:lnTo>
                  <a:pt x="1" y="2233"/>
                </a:lnTo>
                <a:lnTo>
                  <a:pt x="1005" y="2233"/>
                </a:lnTo>
                <a:lnTo>
                  <a:pt x="1973" y="2270"/>
                </a:lnTo>
                <a:lnTo>
                  <a:pt x="2940" y="2345"/>
                </a:lnTo>
                <a:lnTo>
                  <a:pt x="3908" y="2419"/>
                </a:lnTo>
                <a:lnTo>
                  <a:pt x="4838" y="2531"/>
                </a:lnTo>
                <a:lnTo>
                  <a:pt x="5805" y="2680"/>
                </a:lnTo>
                <a:lnTo>
                  <a:pt x="6735" y="2829"/>
                </a:lnTo>
                <a:lnTo>
                  <a:pt x="7665" y="3015"/>
                </a:lnTo>
                <a:lnTo>
                  <a:pt x="8596" y="3201"/>
                </a:lnTo>
                <a:lnTo>
                  <a:pt x="9489" y="3424"/>
                </a:lnTo>
                <a:lnTo>
                  <a:pt x="10419" y="3684"/>
                </a:lnTo>
                <a:lnTo>
                  <a:pt x="11312" y="3945"/>
                </a:lnTo>
                <a:lnTo>
                  <a:pt x="12167" y="4242"/>
                </a:lnTo>
                <a:lnTo>
                  <a:pt x="13060" y="4540"/>
                </a:lnTo>
                <a:lnTo>
                  <a:pt x="13916" y="4875"/>
                </a:lnTo>
                <a:lnTo>
                  <a:pt x="14772" y="5210"/>
                </a:lnTo>
                <a:lnTo>
                  <a:pt x="15628" y="5582"/>
                </a:lnTo>
                <a:lnTo>
                  <a:pt x="16446" y="5991"/>
                </a:lnTo>
                <a:lnTo>
                  <a:pt x="17302" y="6400"/>
                </a:lnTo>
                <a:lnTo>
                  <a:pt x="18083" y="6810"/>
                </a:lnTo>
                <a:lnTo>
                  <a:pt x="19683" y="7740"/>
                </a:lnTo>
                <a:lnTo>
                  <a:pt x="21246" y="8707"/>
                </a:lnTo>
                <a:lnTo>
                  <a:pt x="22734" y="9786"/>
                </a:lnTo>
                <a:lnTo>
                  <a:pt x="24148" y="10902"/>
                </a:lnTo>
                <a:lnTo>
                  <a:pt x="25525" y="12093"/>
                </a:lnTo>
                <a:lnTo>
                  <a:pt x="26864" y="13358"/>
                </a:lnTo>
                <a:lnTo>
                  <a:pt x="28092" y="14660"/>
                </a:lnTo>
                <a:lnTo>
                  <a:pt x="29283" y="16037"/>
                </a:lnTo>
                <a:lnTo>
                  <a:pt x="30436" y="17488"/>
                </a:lnTo>
                <a:lnTo>
                  <a:pt x="31478" y="18976"/>
                </a:lnTo>
                <a:lnTo>
                  <a:pt x="32483" y="20502"/>
                </a:lnTo>
                <a:lnTo>
                  <a:pt x="33375" y="22102"/>
                </a:lnTo>
                <a:lnTo>
                  <a:pt x="33822" y="22920"/>
                </a:lnTo>
                <a:lnTo>
                  <a:pt x="34231" y="23739"/>
                </a:lnTo>
                <a:lnTo>
                  <a:pt x="34603" y="24557"/>
                </a:lnTo>
                <a:lnTo>
                  <a:pt x="34975" y="25413"/>
                </a:lnTo>
                <a:lnTo>
                  <a:pt x="35347" y="26269"/>
                </a:lnTo>
                <a:lnTo>
                  <a:pt x="35645" y="27125"/>
                </a:lnTo>
                <a:lnTo>
                  <a:pt x="35980" y="28018"/>
                </a:lnTo>
                <a:lnTo>
                  <a:pt x="36240" y="28911"/>
                </a:lnTo>
                <a:lnTo>
                  <a:pt x="36538" y="29804"/>
                </a:lnTo>
                <a:lnTo>
                  <a:pt x="36761" y="30697"/>
                </a:lnTo>
                <a:lnTo>
                  <a:pt x="36985" y="31627"/>
                </a:lnTo>
                <a:lnTo>
                  <a:pt x="37208" y="32520"/>
                </a:lnTo>
                <a:lnTo>
                  <a:pt x="37357" y="33450"/>
                </a:lnTo>
                <a:lnTo>
                  <a:pt x="37543" y="34417"/>
                </a:lnTo>
                <a:lnTo>
                  <a:pt x="37654" y="35347"/>
                </a:lnTo>
                <a:lnTo>
                  <a:pt x="37766" y="36315"/>
                </a:lnTo>
                <a:lnTo>
                  <a:pt x="37840" y="37282"/>
                </a:lnTo>
                <a:lnTo>
                  <a:pt x="37915" y="38250"/>
                </a:lnTo>
                <a:lnTo>
                  <a:pt x="37952" y="39217"/>
                </a:lnTo>
                <a:lnTo>
                  <a:pt x="37952" y="40184"/>
                </a:lnTo>
                <a:lnTo>
                  <a:pt x="40184" y="40184"/>
                </a:lnTo>
                <a:lnTo>
                  <a:pt x="40184" y="39143"/>
                </a:lnTo>
                <a:lnTo>
                  <a:pt x="40147" y="38101"/>
                </a:lnTo>
                <a:lnTo>
                  <a:pt x="40073" y="37096"/>
                </a:lnTo>
                <a:lnTo>
                  <a:pt x="39998" y="36092"/>
                </a:lnTo>
                <a:lnTo>
                  <a:pt x="39887" y="35050"/>
                </a:lnTo>
                <a:lnTo>
                  <a:pt x="39738" y="34082"/>
                </a:lnTo>
                <a:lnTo>
                  <a:pt x="39552" y="33078"/>
                </a:lnTo>
                <a:lnTo>
                  <a:pt x="39366" y="32073"/>
                </a:lnTo>
                <a:lnTo>
                  <a:pt x="39180" y="31106"/>
                </a:lnTo>
                <a:lnTo>
                  <a:pt x="38919" y="30138"/>
                </a:lnTo>
                <a:lnTo>
                  <a:pt x="38659" y="29171"/>
                </a:lnTo>
                <a:lnTo>
                  <a:pt x="38398" y="28241"/>
                </a:lnTo>
                <a:lnTo>
                  <a:pt x="38101" y="27311"/>
                </a:lnTo>
                <a:lnTo>
                  <a:pt x="37766" y="26381"/>
                </a:lnTo>
                <a:lnTo>
                  <a:pt x="37394" y="25450"/>
                </a:lnTo>
                <a:lnTo>
                  <a:pt x="37022" y="24557"/>
                </a:lnTo>
                <a:lnTo>
                  <a:pt x="36650" y="23664"/>
                </a:lnTo>
                <a:lnTo>
                  <a:pt x="36240" y="22771"/>
                </a:lnTo>
                <a:lnTo>
                  <a:pt x="35794" y="21879"/>
                </a:lnTo>
                <a:lnTo>
                  <a:pt x="35347" y="21023"/>
                </a:lnTo>
                <a:lnTo>
                  <a:pt x="34864" y="20167"/>
                </a:lnTo>
                <a:lnTo>
                  <a:pt x="34380" y="19348"/>
                </a:lnTo>
                <a:lnTo>
                  <a:pt x="33859" y="18530"/>
                </a:lnTo>
                <a:lnTo>
                  <a:pt x="33338" y="17711"/>
                </a:lnTo>
                <a:lnTo>
                  <a:pt x="32780" y="16930"/>
                </a:lnTo>
                <a:lnTo>
                  <a:pt x="32222" y="16149"/>
                </a:lnTo>
                <a:lnTo>
                  <a:pt x="31627" y="15367"/>
                </a:lnTo>
                <a:lnTo>
                  <a:pt x="31031" y="14623"/>
                </a:lnTo>
                <a:lnTo>
                  <a:pt x="30399" y="13879"/>
                </a:lnTo>
                <a:lnTo>
                  <a:pt x="29766" y="13172"/>
                </a:lnTo>
                <a:lnTo>
                  <a:pt x="29097" y="12465"/>
                </a:lnTo>
                <a:lnTo>
                  <a:pt x="28427" y="11758"/>
                </a:lnTo>
                <a:lnTo>
                  <a:pt x="27720" y="11089"/>
                </a:lnTo>
                <a:lnTo>
                  <a:pt x="27013" y="10456"/>
                </a:lnTo>
                <a:lnTo>
                  <a:pt x="26306" y="9786"/>
                </a:lnTo>
                <a:lnTo>
                  <a:pt x="25562" y="9191"/>
                </a:lnTo>
                <a:lnTo>
                  <a:pt x="24818" y="8558"/>
                </a:lnTo>
                <a:lnTo>
                  <a:pt x="24037" y="8000"/>
                </a:lnTo>
                <a:lnTo>
                  <a:pt x="23255" y="7405"/>
                </a:lnTo>
                <a:lnTo>
                  <a:pt x="22474" y="6847"/>
                </a:lnTo>
                <a:lnTo>
                  <a:pt x="21655" y="6326"/>
                </a:lnTo>
                <a:lnTo>
                  <a:pt x="20837" y="5805"/>
                </a:lnTo>
                <a:lnTo>
                  <a:pt x="20018" y="5321"/>
                </a:lnTo>
                <a:lnTo>
                  <a:pt x="19162" y="4838"/>
                </a:lnTo>
                <a:lnTo>
                  <a:pt x="18307" y="4391"/>
                </a:lnTo>
                <a:lnTo>
                  <a:pt x="17414" y="3945"/>
                </a:lnTo>
                <a:lnTo>
                  <a:pt x="16558" y="3535"/>
                </a:lnTo>
                <a:lnTo>
                  <a:pt x="15665" y="3163"/>
                </a:lnTo>
                <a:lnTo>
                  <a:pt x="14735" y="2791"/>
                </a:lnTo>
                <a:lnTo>
                  <a:pt x="13842" y="2456"/>
                </a:lnTo>
                <a:lnTo>
                  <a:pt x="12912" y="2122"/>
                </a:lnTo>
                <a:lnTo>
                  <a:pt x="11944" y="1824"/>
                </a:lnTo>
                <a:lnTo>
                  <a:pt x="11014" y="1526"/>
                </a:lnTo>
                <a:lnTo>
                  <a:pt x="10047" y="1266"/>
                </a:lnTo>
                <a:lnTo>
                  <a:pt x="9079" y="1043"/>
                </a:lnTo>
                <a:lnTo>
                  <a:pt x="8112" y="819"/>
                </a:lnTo>
                <a:lnTo>
                  <a:pt x="7107" y="633"/>
                </a:lnTo>
                <a:lnTo>
                  <a:pt x="6140" y="447"/>
                </a:lnTo>
                <a:lnTo>
                  <a:pt x="5135" y="336"/>
                </a:lnTo>
                <a:lnTo>
                  <a:pt x="4131" y="224"/>
                </a:lnTo>
                <a:lnTo>
                  <a:pt x="3089" y="112"/>
                </a:lnTo>
                <a:lnTo>
                  <a:pt x="2084" y="38"/>
                </a:lnTo>
                <a:lnTo>
                  <a:pt x="104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8"/>
          <p:cNvSpPr/>
          <p:nvPr/>
        </p:nvSpPr>
        <p:spPr>
          <a:xfrm>
            <a:off x="6273376" y="1000096"/>
            <a:ext cx="2571808" cy="4143424"/>
          </a:xfrm>
          <a:custGeom>
            <a:rect b="b" l="l" r="r" t="t"/>
            <a:pathLst>
              <a:path extrusionOk="0" h="129482" w="80369">
                <a:moveTo>
                  <a:pt x="1" y="1"/>
                </a:moveTo>
                <a:lnTo>
                  <a:pt x="1" y="40184"/>
                </a:lnTo>
                <a:lnTo>
                  <a:pt x="1" y="129481"/>
                </a:lnTo>
                <a:lnTo>
                  <a:pt x="80368" y="129481"/>
                </a:lnTo>
                <a:lnTo>
                  <a:pt x="80368" y="40184"/>
                </a:lnTo>
                <a:lnTo>
                  <a:pt x="80331" y="39143"/>
                </a:lnTo>
                <a:lnTo>
                  <a:pt x="80294" y="38101"/>
                </a:lnTo>
                <a:lnTo>
                  <a:pt x="80219" y="37096"/>
                </a:lnTo>
                <a:lnTo>
                  <a:pt x="80145" y="36092"/>
                </a:lnTo>
                <a:lnTo>
                  <a:pt x="80033" y="35050"/>
                </a:lnTo>
                <a:lnTo>
                  <a:pt x="79884" y="34082"/>
                </a:lnTo>
                <a:lnTo>
                  <a:pt x="79736" y="33078"/>
                </a:lnTo>
                <a:lnTo>
                  <a:pt x="79549" y="32073"/>
                </a:lnTo>
                <a:lnTo>
                  <a:pt x="79326" y="31106"/>
                </a:lnTo>
                <a:lnTo>
                  <a:pt x="79103" y="30138"/>
                </a:lnTo>
                <a:lnTo>
                  <a:pt x="78843" y="29171"/>
                </a:lnTo>
                <a:lnTo>
                  <a:pt x="78545" y="28241"/>
                </a:lnTo>
                <a:lnTo>
                  <a:pt x="78247" y="27311"/>
                </a:lnTo>
                <a:lnTo>
                  <a:pt x="77912" y="26381"/>
                </a:lnTo>
                <a:lnTo>
                  <a:pt x="77578" y="25450"/>
                </a:lnTo>
                <a:lnTo>
                  <a:pt x="77205" y="24557"/>
                </a:lnTo>
                <a:lnTo>
                  <a:pt x="76796" y="23664"/>
                </a:lnTo>
                <a:lnTo>
                  <a:pt x="76387" y="22771"/>
                </a:lnTo>
                <a:lnTo>
                  <a:pt x="75940" y="21879"/>
                </a:lnTo>
                <a:lnTo>
                  <a:pt x="75494" y="21023"/>
                </a:lnTo>
                <a:lnTo>
                  <a:pt x="75010" y="20167"/>
                </a:lnTo>
                <a:lnTo>
                  <a:pt x="74527" y="19348"/>
                </a:lnTo>
                <a:lnTo>
                  <a:pt x="74006" y="18530"/>
                </a:lnTo>
                <a:lnTo>
                  <a:pt x="73485" y="17711"/>
                </a:lnTo>
                <a:lnTo>
                  <a:pt x="72927" y="16930"/>
                </a:lnTo>
                <a:lnTo>
                  <a:pt x="72369" y="16149"/>
                </a:lnTo>
                <a:lnTo>
                  <a:pt x="71773" y="15367"/>
                </a:lnTo>
                <a:lnTo>
                  <a:pt x="71178" y="14623"/>
                </a:lnTo>
                <a:lnTo>
                  <a:pt x="70545" y="13879"/>
                </a:lnTo>
                <a:lnTo>
                  <a:pt x="69913" y="13172"/>
                </a:lnTo>
                <a:lnTo>
                  <a:pt x="69243" y="12465"/>
                </a:lnTo>
                <a:lnTo>
                  <a:pt x="68573" y="11758"/>
                </a:lnTo>
                <a:lnTo>
                  <a:pt x="67904" y="11089"/>
                </a:lnTo>
                <a:lnTo>
                  <a:pt x="67197" y="10456"/>
                </a:lnTo>
                <a:lnTo>
                  <a:pt x="66453" y="9786"/>
                </a:lnTo>
                <a:lnTo>
                  <a:pt x="65746" y="9191"/>
                </a:lnTo>
                <a:lnTo>
                  <a:pt x="64964" y="8558"/>
                </a:lnTo>
                <a:lnTo>
                  <a:pt x="64220" y="8000"/>
                </a:lnTo>
                <a:lnTo>
                  <a:pt x="63439" y="7405"/>
                </a:lnTo>
                <a:lnTo>
                  <a:pt x="62620" y="6847"/>
                </a:lnTo>
                <a:lnTo>
                  <a:pt x="61839" y="6326"/>
                </a:lnTo>
                <a:lnTo>
                  <a:pt x="61020" y="5805"/>
                </a:lnTo>
                <a:lnTo>
                  <a:pt x="60165" y="5321"/>
                </a:lnTo>
                <a:lnTo>
                  <a:pt x="59309" y="4838"/>
                </a:lnTo>
                <a:lnTo>
                  <a:pt x="58453" y="4391"/>
                </a:lnTo>
                <a:lnTo>
                  <a:pt x="57597" y="3945"/>
                </a:lnTo>
                <a:lnTo>
                  <a:pt x="56704" y="3535"/>
                </a:lnTo>
                <a:lnTo>
                  <a:pt x="55811" y="3163"/>
                </a:lnTo>
                <a:lnTo>
                  <a:pt x="54918" y="2791"/>
                </a:lnTo>
                <a:lnTo>
                  <a:pt x="53988" y="2456"/>
                </a:lnTo>
                <a:lnTo>
                  <a:pt x="53058" y="2122"/>
                </a:lnTo>
                <a:lnTo>
                  <a:pt x="52128" y="1824"/>
                </a:lnTo>
                <a:lnTo>
                  <a:pt x="51161" y="1526"/>
                </a:lnTo>
                <a:lnTo>
                  <a:pt x="50193" y="1266"/>
                </a:lnTo>
                <a:lnTo>
                  <a:pt x="49226" y="1043"/>
                </a:lnTo>
                <a:lnTo>
                  <a:pt x="48258" y="819"/>
                </a:lnTo>
                <a:lnTo>
                  <a:pt x="47291" y="633"/>
                </a:lnTo>
                <a:lnTo>
                  <a:pt x="46286" y="447"/>
                </a:lnTo>
                <a:lnTo>
                  <a:pt x="45282" y="336"/>
                </a:lnTo>
                <a:lnTo>
                  <a:pt x="44277" y="224"/>
                </a:lnTo>
                <a:lnTo>
                  <a:pt x="43273" y="112"/>
                </a:lnTo>
                <a:lnTo>
                  <a:pt x="42231" y="38"/>
                </a:lnTo>
                <a:lnTo>
                  <a:pt x="411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8"/>
          <p:cNvSpPr/>
          <p:nvPr/>
        </p:nvSpPr>
        <p:spPr>
          <a:xfrm>
            <a:off x="7559264" y="1000096"/>
            <a:ext cx="1285920" cy="1285920"/>
          </a:xfrm>
          <a:custGeom>
            <a:rect b="b" l="l" r="r" t="t"/>
            <a:pathLst>
              <a:path extrusionOk="0" h="40185" w="40185">
                <a:moveTo>
                  <a:pt x="0" y="1"/>
                </a:moveTo>
                <a:lnTo>
                  <a:pt x="0" y="2233"/>
                </a:lnTo>
                <a:lnTo>
                  <a:pt x="968" y="2233"/>
                </a:lnTo>
                <a:lnTo>
                  <a:pt x="1935" y="2270"/>
                </a:lnTo>
                <a:lnTo>
                  <a:pt x="2903" y="2345"/>
                </a:lnTo>
                <a:lnTo>
                  <a:pt x="3870" y="2419"/>
                </a:lnTo>
                <a:lnTo>
                  <a:pt x="4800" y="2531"/>
                </a:lnTo>
                <a:lnTo>
                  <a:pt x="5768" y="2680"/>
                </a:lnTo>
                <a:lnTo>
                  <a:pt x="6698" y="2829"/>
                </a:lnTo>
                <a:lnTo>
                  <a:pt x="7628" y="3015"/>
                </a:lnTo>
                <a:lnTo>
                  <a:pt x="8558" y="3201"/>
                </a:lnTo>
                <a:lnTo>
                  <a:pt x="9451" y="3424"/>
                </a:lnTo>
                <a:lnTo>
                  <a:pt x="10381" y="3684"/>
                </a:lnTo>
                <a:lnTo>
                  <a:pt x="11274" y="3945"/>
                </a:lnTo>
                <a:lnTo>
                  <a:pt x="12167" y="4242"/>
                </a:lnTo>
                <a:lnTo>
                  <a:pt x="13023" y="4540"/>
                </a:lnTo>
                <a:lnTo>
                  <a:pt x="13916" y="4875"/>
                </a:lnTo>
                <a:lnTo>
                  <a:pt x="14772" y="5210"/>
                </a:lnTo>
                <a:lnTo>
                  <a:pt x="15590" y="5582"/>
                </a:lnTo>
                <a:lnTo>
                  <a:pt x="16446" y="5991"/>
                </a:lnTo>
                <a:lnTo>
                  <a:pt x="17265" y="6400"/>
                </a:lnTo>
                <a:lnTo>
                  <a:pt x="18083" y="6810"/>
                </a:lnTo>
                <a:lnTo>
                  <a:pt x="19646" y="7740"/>
                </a:lnTo>
                <a:lnTo>
                  <a:pt x="21208" y="8707"/>
                </a:lnTo>
                <a:lnTo>
                  <a:pt x="22697" y="9786"/>
                </a:lnTo>
                <a:lnTo>
                  <a:pt x="24111" y="10902"/>
                </a:lnTo>
                <a:lnTo>
                  <a:pt x="25487" y="12093"/>
                </a:lnTo>
                <a:lnTo>
                  <a:pt x="26827" y="13358"/>
                </a:lnTo>
                <a:lnTo>
                  <a:pt x="28092" y="14660"/>
                </a:lnTo>
                <a:lnTo>
                  <a:pt x="29282" y="16037"/>
                </a:lnTo>
                <a:lnTo>
                  <a:pt x="30399" y="17488"/>
                </a:lnTo>
                <a:lnTo>
                  <a:pt x="31440" y="18976"/>
                </a:lnTo>
                <a:lnTo>
                  <a:pt x="32445" y="20502"/>
                </a:lnTo>
                <a:lnTo>
                  <a:pt x="33338" y="22102"/>
                </a:lnTo>
                <a:lnTo>
                  <a:pt x="33784" y="22920"/>
                </a:lnTo>
                <a:lnTo>
                  <a:pt x="34194" y="23739"/>
                </a:lnTo>
                <a:lnTo>
                  <a:pt x="34566" y="24557"/>
                </a:lnTo>
                <a:lnTo>
                  <a:pt x="34938" y="25413"/>
                </a:lnTo>
                <a:lnTo>
                  <a:pt x="35310" y="26269"/>
                </a:lnTo>
                <a:lnTo>
                  <a:pt x="35645" y="27125"/>
                </a:lnTo>
                <a:lnTo>
                  <a:pt x="35942" y="28018"/>
                </a:lnTo>
                <a:lnTo>
                  <a:pt x="36240" y="28911"/>
                </a:lnTo>
                <a:lnTo>
                  <a:pt x="36501" y="29804"/>
                </a:lnTo>
                <a:lnTo>
                  <a:pt x="36724" y="30697"/>
                </a:lnTo>
                <a:lnTo>
                  <a:pt x="36947" y="31627"/>
                </a:lnTo>
                <a:lnTo>
                  <a:pt x="37170" y="32520"/>
                </a:lnTo>
                <a:lnTo>
                  <a:pt x="37356" y="33450"/>
                </a:lnTo>
                <a:lnTo>
                  <a:pt x="37505" y="34417"/>
                </a:lnTo>
                <a:lnTo>
                  <a:pt x="37617" y="35347"/>
                </a:lnTo>
                <a:lnTo>
                  <a:pt x="37728" y="36315"/>
                </a:lnTo>
                <a:lnTo>
                  <a:pt x="37840" y="37282"/>
                </a:lnTo>
                <a:lnTo>
                  <a:pt x="37877" y="38250"/>
                </a:lnTo>
                <a:lnTo>
                  <a:pt x="37914" y="39217"/>
                </a:lnTo>
                <a:lnTo>
                  <a:pt x="37952" y="40184"/>
                </a:lnTo>
                <a:lnTo>
                  <a:pt x="40184" y="40184"/>
                </a:lnTo>
                <a:lnTo>
                  <a:pt x="40147" y="39143"/>
                </a:lnTo>
                <a:lnTo>
                  <a:pt x="40110" y="38101"/>
                </a:lnTo>
                <a:lnTo>
                  <a:pt x="40035" y="37096"/>
                </a:lnTo>
                <a:lnTo>
                  <a:pt x="39961" y="36092"/>
                </a:lnTo>
                <a:lnTo>
                  <a:pt x="39849" y="35050"/>
                </a:lnTo>
                <a:lnTo>
                  <a:pt x="39700" y="34082"/>
                </a:lnTo>
                <a:lnTo>
                  <a:pt x="39552" y="33078"/>
                </a:lnTo>
                <a:lnTo>
                  <a:pt x="39365" y="32073"/>
                </a:lnTo>
                <a:lnTo>
                  <a:pt x="39142" y="31106"/>
                </a:lnTo>
                <a:lnTo>
                  <a:pt x="38919" y="30138"/>
                </a:lnTo>
                <a:lnTo>
                  <a:pt x="38659" y="29171"/>
                </a:lnTo>
                <a:lnTo>
                  <a:pt x="38361" y="28241"/>
                </a:lnTo>
                <a:lnTo>
                  <a:pt x="38063" y="27311"/>
                </a:lnTo>
                <a:lnTo>
                  <a:pt x="37728" y="26381"/>
                </a:lnTo>
                <a:lnTo>
                  <a:pt x="37394" y="25450"/>
                </a:lnTo>
                <a:lnTo>
                  <a:pt x="37021" y="24557"/>
                </a:lnTo>
                <a:lnTo>
                  <a:pt x="36612" y="23664"/>
                </a:lnTo>
                <a:lnTo>
                  <a:pt x="36203" y="22771"/>
                </a:lnTo>
                <a:lnTo>
                  <a:pt x="35756" y="21879"/>
                </a:lnTo>
                <a:lnTo>
                  <a:pt x="35310" y="21023"/>
                </a:lnTo>
                <a:lnTo>
                  <a:pt x="34826" y="20167"/>
                </a:lnTo>
                <a:lnTo>
                  <a:pt x="34343" y="19348"/>
                </a:lnTo>
                <a:lnTo>
                  <a:pt x="33822" y="18530"/>
                </a:lnTo>
                <a:lnTo>
                  <a:pt x="33301" y="17711"/>
                </a:lnTo>
                <a:lnTo>
                  <a:pt x="32743" y="16930"/>
                </a:lnTo>
                <a:lnTo>
                  <a:pt x="32185" y="16149"/>
                </a:lnTo>
                <a:lnTo>
                  <a:pt x="31589" y="15367"/>
                </a:lnTo>
                <a:lnTo>
                  <a:pt x="30994" y="14623"/>
                </a:lnTo>
                <a:lnTo>
                  <a:pt x="30361" y="13879"/>
                </a:lnTo>
                <a:lnTo>
                  <a:pt x="29729" y="13172"/>
                </a:lnTo>
                <a:lnTo>
                  <a:pt x="29059" y="12465"/>
                </a:lnTo>
                <a:lnTo>
                  <a:pt x="28389" y="11758"/>
                </a:lnTo>
                <a:lnTo>
                  <a:pt x="27720" y="11089"/>
                </a:lnTo>
                <a:lnTo>
                  <a:pt x="27013" y="10456"/>
                </a:lnTo>
                <a:lnTo>
                  <a:pt x="26269" y="9786"/>
                </a:lnTo>
                <a:lnTo>
                  <a:pt x="25562" y="9191"/>
                </a:lnTo>
                <a:lnTo>
                  <a:pt x="24780" y="8558"/>
                </a:lnTo>
                <a:lnTo>
                  <a:pt x="24036" y="8000"/>
                </a:lnTo>
                <a:lnTo>
                  <a:pt x="23255" y="7405"/>
                </a:lnTo>
                <a:lnTo>
                  <a:pt x="22436" y="6847"/>
                </a:lnTo>
                <a:lnTo>
                  <a:pt x="21655" y="6326"/>
                </a:lnTo>
                <a:lnTo>
                  <a:pt x="20836" y="5805"/>
                </a:lnTo>
                <a:lnTo>
                  <a:pt x="19981" y="5321"/>
                </a:lnTo>
                <a:lnTo>
                  <a:pt x="19125" y="4838"/>
                </a:lnTo>
                <a:lnTo>
                  <a:pt x="18269" y="4391"/>
                </a:lnTo>
                <a:lnTo>
                  <a:pt x="17413" y="3945"/>
                </a:lnTo>
                <a:lnTo>
                  <a:pt x="16520" y="3535"/>
                </a:lnTo>
                <a:lnTo>
                  <a:pt x="15627" y="3163"/>
                </a:lnTo>
                <a:lnTo>
                  <a:pt x="14734" y="2791"/>
                </a:lnTo>
                <a:lnTo>
                  <a:pt x="13804" y="2456"/>
                </a:lnTo>
                <a:lnTo>
                  <a:pt x="12874" y="2122"/>
                </a:lnTo>
                <a:lnTo>
                  <a:pt x="11944" y="1824"/>
                </a:lnTo>
                <a:lnTo>
                  <a:pt x="10977" y="1526"/>
                </a:lnTo>
                <a:lnTo>
                  <a:pt x="10009" y="1266"/>
                </a:lnTo>
                <a:lnTo>
                  <a:pt x="9042" y="1043"/>
                </a:lnTo>
                <a:lnTo>
                  <a:pt x="8074" y="819"/>
                </a:lnTo>
                <a:lnTo>
                  <a:pt x="7107" y="633"/>
                </a:lnTo>
                <a:lnTo>
                  <a:pt x="6102" y="447"/>
                </a:lnTo>
                <a:lnTo>
                  <a:pt x="5098" y="336"/>
                </a:lnTo>
                <a:lnTo>
                  <a:pt x="4093" y="224"/>
                </a:lnTo>
                <a:lnTo>
                  <a:pt x="3089" y="112"/>
                </a:lnTo>
                <a:lnTo>
                  <a:pt x="2047" y="38"/>
                </a:lnTo>
                <a:lnTo>
                  <a:pt x="100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8"/>
          <p:cNvSpPr/>
          <p:nvPr/>
        </p:nvSpPr>
        <p:spPr>
          <a:xfrm>
            <a:off x="0" y="4804175"/>
            <a:ext cx="9144000" cy="339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181" Type="http://schemas.openxmlformats.org/officeDocument/2006/relationships/theme" Target="../theme/theme1.xml"/><Relationship Id="rId34" Type="http://schemas.openxmlformats.org/officeDocument/2006/relationships/slideLayout" Target="../slideLayouts/slideLayout34.xml"/><Relationship Id="rId180" Type="http://schemas.openxmlformats.org/officeDocument/2006/relationships/slideLayout" Target="../slideLayouts/slideLayout180.xml"/><Relationship Id="rId37" Type="http://schemas.openxmlformats.org/officeDocument/2006/relationships/slideLayout" Target="../slideLayouts/slideLayout37.xml"/><Relationship Id="rId176" Type="http://schemas.openxmlformats.org/officeDocument/2006/relationships/slideLayout" Target="../slideLayouts/slideLayout176.xml"/><Relationship Id="rId36" Type="http://schemas.openxmlformats.org/officeDocument/2006/relationships/slideLayout" Target="../slideLayouts/slideLayout36.xml"/><Relationship Id="rId175" Type="http://schemas.openxmlformats.org/officeDocument/2006/relationships/slideLayout" Target="../slideLayouts/slideLayout175.xml"/><Relationship Id="rId39" Type="http://schemas.openxmlformats.org/officeDocument/2006/relationships/slideLayout" Target="../slideLayouts/slideLayout39.xml"/><Relationship Id="rId174" Type="http://schemas.openxmlformats.org/officeDocument/2006/relationships/slideLayout" Target="../slideLayouts/slideLayout174.xml"/><Relationship Id="rId38" Type="http://schemas.openxmlformats.org/officeDocument/2006/relationships/slideLayout" Target="../slideLayouts/slideLayout38.xml"/><Relationship Id="rId173" Type="http://schemas.openxmlformats.org/officeDocument/2006/relationships/slideLayout" Target="../slideLayouts/slideLayout173.xml"/><Relationship Id="rId179" Type="http://schemas.openxmlformats.org/officeDocument/2006/relationships/slideLayout" Target="../slideLayouts/slideLayout179.xml"/><Relationship Id="rId178" Type="http://schemas.openxmlformats.org/officeDocument/2006/relationships/slideLayout" Target="../slideLayouts/slideLayout178.xml"/><Relationship Id="rId177" Type="http://schemas.openxmlformats.org/officeDocument/2006/relationships/slideLayout" Target="../slideLayouts/slideLayout177.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172" Type="http://schemas.openxmlformats.org/officeDocument/2006/relationships/slideLayout" Target="../slideLayouts/slideLayout172.xml"/><Relationship Id="rId65" Type="http://schemas.openxmlformats.org/officeDocument/2006/relationships/slideLayout" Target="../slideLayouts/slideLayout65.xml"/><Relationship Id="rId171" Type="http://schemas.openxmlformats.org/officeDocument/2006/relationships/slideLayout" Target="../slideLayouts/slideLayout171.xml"/><Relationship Id="rId68" Type="http://schemas.openxmlformats.org/officeDocument/2006/relationships/slideLayout" Target="../slideLayouts/slideLayout68.xml"/><Relationship Id="rId170" Type="http://schemas.openxmlformats.org/officeDocument/2006/relationships/slideLayout" Target="../slideLayouts/slideLayout170.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165" Type="http://schemas.openxmlformats.org/officeDocument/2006/relationships/slideLayout" Target="../slideLayouts/slideLayout165.xml"/><Relationship Id="rId69" Type="http://schemas.openxmlformats.org/officeDocument/2006/relationships/slideLayout" Target="../slideLayouts/slideLayout69.xml"/><Relationship Id="rId164" Type="http://schemas.openxmlformats.org/officeDocument/2006/relationships/slideLayout" Target="../slideLayouts/slideLayout164.xml"/><Relationship Id="rId163" Type="http://schemas.openxmlformats.org/officeDocument/2006/relationships/slideLayout" Target="../slideLayouts/slideLayout163.xml"/><Relationship Id="rId162" Type="http://schemas.openxmlformats.org/officeDocument/2006/relationships/slideLayout" Target="../slideLayouts/slideLayout162.xml"/><Relationship Id="rId169" Type="http://schemas.openxmlformats.org/officeDocument/2006/relationships/slideLayout" Target="../slideLayouts/slideLayout169.xml"/><Relationship Id="rId168" Type="http://schemas.openxmlformats.org/officeDocument/2006/relationships/slideLayout" Target="../slideLayouts/slideLayout168.xml"/><Relationship Id="rId167" Type="http://schemas.openxmlformats.org/officeDocument/2006/relationships/slideLayout" Target="../slideLayouts/slideLayout167.xml"/><Relationship Id="rId166" Type="http://schemas.openxmlformats.org/officeDocument/2006/relationships/slideLayout" Target="../slideLayouts/slideLayout166.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slideLayout" Target="../slideLayouts/slideLayout16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_rels/slideMaster2.xml.rels><?xml version="1.0" encoding="UTF-8" standalone="yes"?><Relationships xmlns="http://schemas.openxmlformats.org/package/2006/relationships"><Relationship Id="rId31" Type="http://schemas.openxmlformats.org/officeDocument/2006/relationships/slideLayout" Target="../slideLayouts/slideLayout211.xml"/><Relationship Id="rId30" Type="http://schemas.openxmlformats.org/officeDocument/2006/relationships/slideLayout" Target="../slideLayouts/slideLayout210.xml"/><Relationship Id="rId33" Type="http://schemas.openxmlformats.org/officeDocument/2006/relationships/slideLayout" Target="../slideLayouts/slideLayout213.xml"/><Relationship Id="rId32" Type="http://schemas.openxmlformats.org/officeDocument/2006/relationships/slideLayout" Target="../slideLayouts/slideLayout212.xml"/><Relationship Id="rId35" Type="http://schemas.openxmlformats.org/officeDocument/2006/relationships/slideLayout" Target="../slideLayouts/slideLayout215.xml"/><Relationship Id="rId34" Type="http://schemas.openxmlformats.org/officeDocument/2006/relationships/slideLayout" Target="../slideLayouts/slideLayout214.xml"/><Relationship Id="rId37" Type="http://schemas.openxmlformats.org/officeDocument/2006/relationships/theme" Target="../theme/theme2.xml"/><Relationship Id="rId36" Type="http://schemas.openxmlformats.org/officeDocument/2006/relationships/slideLayout" Target="../slideLayouts/slideLayout216.xml"/><Relationship Id="rId20" Type="http://schemas.openxmlformats.org/officeDocument/2006/relationships/slideLayout" Target="../slideLayouts/slideLayout200.xml"/><Relationship Id="rId22" Type="http://schemas.openxmlformats.org/officeDocument/2006/relationships/slideLayout" Target="../slideLayouts/slideLayout202.xml"/><Relationship Id="rId21" Type="http://schemas.openxmlformats.org/officeDocument/2006/relationships/slideLayout" Target="../slideLayouts/slideLayout201.xml"/><Relationship Id="rId24" Type="http://schemas.openxmlformats.org/officeDocument/2006/relationships/slideLayout" Target="../slideLayouts/slideLayout204.xml"/><Relationship Id="rId23" Type="http://schemas.openxmlformats.org/officeDocument/2006/relationships/slideLayout" Target="../slideLayouts/slideLayout203.xml"/><Relationship Id="rId26" Type="http://schemas.openxmlformats.org/officeDocument/2006/relationships/slideLayout" Target="../slideLayouts/slideLayout206.xml"/><Relationship Id="rId25" Type="http://schemas.openxmlformats.org/officeDocument/2006/relationships/slideLayout" Target="../slideLayouts/slideLayout205.xml"/><Relationship Id="rId28" Type="http://schemas.openxmlformats.org/officeDocument/2006/relationships/slideLayout" Target="../slideLayouts/slideLayout208.xml"/><Relationship Id="rId27" Type="http://schemas.openxmlformats.org/officeDocument/2006/relationships/slideLayout" Target="../slideLayouts/slideLayout207.xml"/><Relationship Id="rId29" Type="http://schemas.openxmlformats.org/officeDocument/2006/relationships/slideLayout" Target="../slideLayouts/slideLayout209.xml"/><Relationship Id="rId11" Type="http://schemas.openxmlformats.org/officeDocument/2006/relationships/slideLayout" Target="../slideLayouts/slideLayout191.xml"/><Relationship Id="rId10" Type="http://schemas.openxmlformats.org/officeDocument/2006/relationships/slideLayout" Target="../slideLayouts/slideLayout190.xml"/><Relationship Id="rId13" Type="http://schemas.openxmlformats.org/officeDocument/2006/relationships/slideLayout" Target="../slideLayouts/slideLayout193.xml"/><Relationship Id="rId12" Type="http://schemas.openxmlformats.org/officeDocument/2006/relationships/slideLayout" Target="../slideLayouts/slideLayout192.xml"/><Relationship Id="rId15" Type="http://schemas.openxmlformats.org/officeDocument/2006/relationships/slideLayout" Target="../slideLayouts/slideLayout195.xml"/><Relationship Id="rId14" Type="http://schemas.openxmlformats.org/officeDocument/2006/relationships/slideLayout" Target="../slideLayouts/slideLayout194.xml"/><Relationship Id="rId17" Type="http://schemas.openxmlformats.org/officeDocument/2006/relationships/slideLayout" Target="../slideLayouts/slideLayout197.xml"/><Relationship Id="rId16" Type="http://schemas.openxmlformats.org/officeDocument/2006/relationships/slideLayout" Target="../slideLayouts/slideLayout196.xml"/><Relationship Id="rId19" Type="http://schemas.openxmlformats.org/officeDocument/2006/relationships/slideLayout" Target="../slideLayouts/slideLayout199.xml"/><Relationship Id="rId18" Type="http://schemas.openxmlformats.org/officeDocument/2006/relationships/slideLayout" Target="../slideLayouts/slideLayout198.xml"/><Relationship Id="rId1" Type="http://schemas.openxmlformats.org/officeDocument/2006/relationships/slideLayout" Target="../slideLayouts/slideLayout181.xml"/><Relationship Id="rId2" Type="http://schemas.openxmlformats.org/officeDocument/2006/relationships/slideLayout" Target="../slideLayouts/slideLayout182.xml"/><Relationship Id="rId3" Type="http://schemas.openxmlformats.org/officeDocument/2006/relationships/slideLayout" Target="../slideLayouts/slideLayout183.xml"/><Relationship Id="rId4" Type="http://schemas.openxmlformats.org/officeDocument/2006/relationships/slideLayout" Target="../slideLayouts/slideLayout184.xml"/><Relationship Id="rId9" Type="http://schemas.openxmlformats.org/officeDocument/2006/relationships/slideLayout" Target="../slideLayouts/slideLayout189.xml"/><Relationship Id="rId5" Type="http://schemas.openxmlformats.org/officeDocument/2006/relationships/slideLayout" Target="../slideLayouts/slideLayout185.xml"/><Relationship Id="rId6" Type="http://schemas.openxmlformats.org/officeDocument/2006/relationships/slideLayout" Target="../slideLayouts/slideLayout186.xml"/><Relationship Id="rId7" Type="http://schemas.openxmlformats.org/officeDocument/2006/relationships/slideLayout" Target="../slideLayouts/slideLayout187.xml"/><Relationship Id="rId8" Type="http://schemas.openxmlformats.org/officeDocument/2006/relationships/slideLayout" Target="../slideLayouts/slideLayout18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33475B"/>
              </a:buClr>
              <a:buSzPts val="2800"/>
              <a:buFont typeface="Lexend Deca Medium"/>
              <a:buNone/>
              <a:defRPr i="0" sz="2800" u="none" cap="none" strike="noStrike">
                <a:solidFill>
                  <a:srgbClr val="33475B"/>
                </a:solidFill>
                <a:latin typeface="Lexend Deca Medium"/>
                <a:ea typeface="Lexend Deca Medium"/>
                <a:cs typeface="Lexend Deca Medium"/>
                <a:sym typeface="Lexend Deca Medium"/>
              </a:defRPr>
            </a:lvl1pPr>
            <a:lvl2pPr lvl="1"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2pPr>
            <a:lvl3pPr lvl="2"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3pPr>
            <a:lvl4pPr lvl="3"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4pPr>
            <a:lvl5pPr lvl="4"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5pPr>
            <a:lvl6pPr lvl="5"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6pPr>
            <a:lvl7pPr lvl="6"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7pPr>
            <a:lvl8pPr lvl="7"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8pPr>
            <a:lvl9pPr lvl="8"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15000"/>
              </a:lnSpc>
              <a:spcBef>
                <a:spcPts val="0"/>
              </a:spcBef>
              <a:spcAft>
                <a:spcPts val="0"/>
              </a:spcAft>
              <a:buClr>
                <a:srgbClr val="33475B"/>
              </a:buClr>
              <a:buSzPts val="1600"/>
              <a:buFont typeface="Lexend Deca Light"/>
              <a:buChar char="●"/>
              <a:defRPr i="0" sz="1600" u="none" cap="none" strike="noStrike">
                <a:solidFill>
                  <a:srgbClr val="33475B"/>
                </a:solidFill>
                <a:latin typeface="Lexend Deca Light"/>
                <a:ea typeface="Lexend Deca Light"/>
                <a:cs typeface="Lexend Deca Light"/>
                <a:sym typeface="Lexend Deca Light"/>
              </a:defRPr>
            </a:lvl1pPr>
            <a:lvl2pPr indent="-317500" lvl="1" marL="914400" marR="0" rtl="0" algn="l">
              <a:lnSpc>
                <a:spcPct val="115000"/>
              </a:lnSpc>
              <a:spcBef>
                <a:spcPts val="1600"/>
              </a:spcBef>
              <a:spcAft>
                <a:spcPts val="0"/>
              </a:spcAft>
              <a:buClr>
                <a:srgbClr val="33475B"/>
              </a:buClr>
              <a:buSzPts val="1400"/>
              <a:buFont typeface="Lexend Deca Light"/>
              <a:buChar char="○"/>
              <a:defRPr i="0" sz="1400" u="none" cap="none" strike="noStrike">
                <a:solidFill>
                  <a:srgbClr val="33475B"/>
                </a:solidFill>
                <a:latin typeface="Lexend Deca Light"/>
                <a:ea typeface="Lexend Deca Light"/>
                <a:cs typeface="Lexend Deca Light"/>
                <a:sym typeface="Lexend Deca Light"/>
              </a:defRPr>
            </a:lvl2pPr>
            <a:lvl3pPr indent="-317500" lvl="2" marL="1371600" marR="0" rtl="0" algn="l">
              <a:lnSpc>
                <a:spcPct val="115000"/>
              </a:lnSpc>
              <a:spcBef>
                <a:spcPts val="1600"/>
              </a:spcBef>
              <a:spcAft>
                <a:spcPts val="0"/>
              </a:spcAft>
              <a:buClr>
                <a:srgbClr val="33475B"/>
              </a:buClr>
              <a:buSzPts val="1400"/>
              <a:buFont typeface="Lexend Deca Light"/>
              <a:buChar char="■"/>
              <a:defRPr i="0" sz="1400" u="none" cap="none" strike="noStrike">
                <a:solidFill>
                  <a:srgbClr val="33475B"/>
                </a:solidFill>
                <a:latin typeface="Lexend Deca Light"/>
                <a:ea typeface="Lexend Deca Light"/>
                <a:cs typeface="Lexend Deca Light"/>
                <a:sym typeface="Lexend Deca Light"/>
              </a:defRPr>
            </a:lvl3pPr>
            <a:lvl4pPr indent="-292100" lvl="3" marL="1828800" marR="0" rtl="0" algn="l">
              <a:lnSpc>
                <a:spcPct val="115000"/>
              </a:lnSpc>
              <a:spcBef>
                <a:spcPts val="1600"/>
              </a:spcBef>
              <a:spcAft>
                <a:spcPts val="0"/>
              </a:spcAft>
              <a:buClr>
                <a:srgbClr val="33475B"/>
              </a:buClr>
              <a:buSzPts val="1000"/>
              <a:buFont typeface="Lexend Deca Light"/>
              <a:buChar char="●"/>
              <a:defRPr i="0" sz="1000" u="none" cap="none" strike="noStrike">
                <a:solidFill>
                  <a:srgbClr val="33475B"/>
                </a:solidFill>
                <a:latin typeface="Lexend Deca Light"/>
                <a:ea typeface="Lexend Deca Light"/>
                <a:cs typeface="Lexend Deca Light"/>
                <a:sym typeface="Lexend Deca Light"/>
              </a:defRPr>
            </a:lvl4pPr>
            <a:lvl5pPr indent="-279400" lvl="4" marL="22860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5pPr>
            <a:lvl6pPr indent="-279400" lvl="5" marL="27432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6pPr>
            <a:lvl7pPr indent="-279400" lvl="6" marL="32004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7pPr>
            <a:lvl8pPr indent="-279400" lvl="7" marL="36576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8pPr>
            <a:lvl9pPr indent="-279400" lvl="8" marL="4114800" marR="0" rtl="0" algn="l">
              <a:lnSpc>
                <a:spcPct val="115000"/>
              </a:lnSpc>
              <a:spcBef>
                <a:spcPts val="1600"/>
              </a:spcBef>
              <a:spcAft>
                <a:spcPts val="160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 id="2147483815" r:id="rId168"/>
    <p:sldLayoutId id="2147483816" r:id="rId169"/>
    <p:sldLayoutId id="2147483817" r:id="rId170"/>
    <p:sldLayoutId id="2147483818" r:id="rId171"/>
    <p:sldLayoutId id="2147483819" r:id="rId172"/>
    <p:sldLayoutId id="2147483820" r:id="rId173"/>
    <p:sldLayoutId id="2147483821" r:id="rId174"/>
    <p:sldLayoutId id="2147483822" r:id="rId175"/>
    <p:sldLayoutId id="2147483823" r:id="rId176"/>
    <p:sldLayoutId id="2147483824" r:id="rId177"/>
    <p:sldLayoutId id="2147483825" r:id="rId178"/>
    <p:sldLayoutId id="2147483826" r:id="rId179"/>
    <p:sldLayoutId id="2147483827" r:id="rId1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01" name="Shape 1601"/>
        <p:cNvGrpSpPr/>
        <p:nvPr/>
      </p:nvGrpSpPr>
      <p:grpSpPr>
        <a:xfrm>
          <a:off x="0" y="0"/>
          <a:ext cx="0" cy="0"/>
          <a:chOff x="0" y="0"/>
          <a:chExt cx="0" cy="0"/>
        </a:xfrm>
      </p:grpSpPr>
      <p:sp>
        <p:nvSpPr>
          <p:cNvPr id="1602" name="Google Shape;1602;p1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33475B"/>
              </a:buClr>
              <a:buSzPts val="2800"/>
              <a:buFont typeface="Lexend Deca Medium"/>
              <a:buNone/>
              <a:defRPr i="0" sz="2800" u="none" cap="none" strike="noStrike">
                <a:solidFill>
                  <a:srgbClr val="33475B"/>
                </a:solidFill>
                <a:latin typeface="Lexend Deca Medium"/>
                <a:ea typeface="Lexend Deca Medium"/>
                <a:cs typeface="Lexend Deca Medium"/>
                <a:sym typeface="Lexend Deca Medium"/>
              </a:defRPr>
            </a:lvl1pPr>
            <a:lvl2pPr lvl="1"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2pPr>
            <a:lvl3pPr lvl="2"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3pPr>
            <a:lvl4pPr lvl="3"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4pPr>
            <a:lvl5pPr lvl="4"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5pPr>
            <a:lvl6pPr lvl="5"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6pPr>
            <a:lvl7pPr lvl="6"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7pPr>
            <a:lvl8pPr lvl="7"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8pPr>
            <a:lvl9pPr lvl="8" marR="0" rtl="0" algn="l">
              <a:lnSpc>
                <a:spcPct val="100000"/>
              </a:lnSpc>
              <a:spcBef>
                <a:spcPts val="0"/>
              </a:spcBef>
              <a:spcAft>
                <a:spcPts val="0"/>
              </a:spcAft>
              <a:buClr>
                <a:schemeClr val="dk1"/>
              </a:buClr>
              <a:buSzPts val="2800"/>
              <a:buFont typeface="Lexend Deca Medium"/>
              <a:buNone/>
              <a:defRPr i="0" sz="2800" u="none" cap="none" strike="noStrike">
                <a:solidFill>
                  <a:schemeClr val="dk1"/>
                </a:solidFill>
                <a:latin typeface="Lexend Deca Medium"/>
                <a:ea typeface="Lexend Deca Medium"/>
                <a:cs typeface="Lexend Deca Medium"/>
                <a:sym typeface="Lexend Deca Medium"/>
              </a:defRPr>
            </a:lvl9pPr>
          </a:lstStyle>
          <a:p/>
        </p:txBody>
      </p:sp>
      <p:sp>
        <p:nvSpPr>
          <p:cNvPr id="1603" name="Google Shape;1603;p18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15000"/>
              </a:lnSpc>
              <a:spcBef>
                <a:spcPts val="0"/>
              </a:spcBef>
              <a:spcAft>
                <a:spcPts val="0"/>
              </a:spcAft>
              <a:buClr>
                <a:srgbClr val="33475B"/>
              </a:buClr>
              <a:buSzPts val="1600"/>
              <a:buFont typeface="Lexend Deca Light"/>
              <a:buChar char="●"/>
              <a:defRPr i="0" sz="1600" u="none" cap="none" strike="noStrike">
                <a:solidFill>
                  <a:srgbClr val="33475B"/>
                </a:solidFill>
                <a:latin typeface="Lexend Deca Light"/>
                <a:ea typeface="Lexend Deca Light"/>
                <a:cs typeface="Lexend Deca Light"/>
                <a:sym typeface="Lexend Deca Light"/>
              </a:defRPr>
            </a:lvl1pPr>
            <a:lvl2pPr indent="-317500" lvl="1" marL="914400" marR="0" rtl="0" algn="l">
              <a:lnSpc>
                <a:spcPct val="115000"/>
              </a:lnSpc>
              <a:spcBef>
                <a:spcPts val="1600"/>
              </a:spcBef>
              <a:spcAft>
                <a:spcPts val="0"/>
              </a:spcAft>
              <a:buClr>
                <a:srgbClr val="33475B"/>
              </a:buClr>
              <a:buSzPts val="1400"/>
              <a:buFont typeface="Lexend Deca Light"/>
              <a:buChar char="○"/>
              <a:defRPr i="0" sz="1400" u="none" cap="none" strike="noStrike">
                <a:solidFill>
                  <a:srgbClr val="33475B"/>
                </a:solidFill>
                <a:latin typeface="Lexend Deca Light"/>
                <a:ea typeface="Lexend Deca Light"/>
                <a:cs typeface="Lexend Deca Light"/>
                <a:sym typeface="Lexend Deca Light"/>
              </a:defRPr>
            </a:lvl2pPr>
            <a:lvl3pPr indent="-317500" lvl="2" marL="1371600" marR="0" rtl="0" algn="l">
              <a:lnSpc>
                <a:spcPct val="115000"/>
              </a:lnSpc>
              <a:spcBef>
                <a:spcPts val="1600"/>
              </a:spcBef>
              <a:spcAft>
                <a:spcPts val="0"/>
              </a:spcAft>
              <a:buClr>
                <a:srgbClr val="33475B"/>
              </a:buClr>
              <a:buSzPts val="1400"/>
              <a:buFont typeface="Lexend Deca Light"/>
              <a:buChar char="■"/>
              <a:defRPr i="0" sz="1400" u="none" cap="none" strike="noStrike">
                <a:solidFill>
                  <a:srgbClr val="33475B"/>
                </a:solidFill>
                <a:latin typeface="Lexend Deca Light"/>
                <a:ea typeface="Lexend Deca Light"/>
                <a:cs typeface="Lexend Deca Light"/>
                <a:sym typeface="Lexend Deca Light"/>
              </a:defRPr>
            </a:lvl3pPr>
            <a:lvl4pPr indent="-292100" lvl="3" marL="1828800" marR="0" rtl="0" algn="l">
              <a:lnSpc>
                <a:spcPct val="115000"/>
              </a:lnSpc>
              <a:spcBef>
                <a:spcPts val="1600"/>
              </a:spcBef>
              <a:spcAft>
                <a:spcPts val="0"/>
              </a:spcAft>
              <a:buClr>
                <a:srgbClr val="33475B"/>
              </a:buClr>
              <a:buSzPts val="1000"/>
              <a:buFont typeface="Lexend Deca Light"/>
              <a:buChar char="●"/>
              <a:defRPr i="0" sz="1000" u="none" cap="none" strike="noStrike">
                <a:solidFill>
                  <a:srgbClr val="33475B"/>
                </a:solidFill>
                <a:latin typeface="Lexend Deca Light"/>
                <a:ea typeface="Lexend Deca Light"/>
                <a:cs typeface="Lexend Deca Light"/>
                <a:sym typeface="Lexend Deca Light"/>
              </a:defRPr>
            </a:lvl4pPr>
            <a:lvl5pPr indent="-279400" lvl="4" marL="22860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5pPr>
            <a:lvl6pPr indent="-279400" lvl="5" marL="27432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6pPr>
            <a:lvl7pPr indent="-279400" lvl="6" marL="32004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7pPr>
            <a:lvl8pPr indent="-279400" lvl="7" marL="3657600" marR="0" rtl="0" algn="l">
              <a:lnSpc>
                <a:spcPct val="115000"/>
              </a:lnSpc>
              <a:spcBef>
                <a:spcPts val="1600"/>
              </a:spcBef>
              <a:spcAft>
                <a:spcPts val="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8pPr>
            <a:lvl9pPr indent="-279400" lvl="8" marL="4114800" marR="0" rtl="0" algn="l">
              <a:lnSpc>
                <a:spcPct val="115000"/>
              </a:lnSpc>
              <a:spcBef>
                <a:spcPts val="1600"/>
              </a:spcBef>
              <a:spcAft>
                <a:spcPts val="1600"/>
              </a:spcAft>
              <a:buClr>
                <a:srgbClr val="33475B"/>
              </a:buClr>
              <a:buSzPts val="800"/>
              <a:buFont typeface="Lexend Deca Light"/>
              <a:buChar char="■"/>
              <a:defRPr i="0" sz="800" u="none" cap="none" strike="noStrike">
                <a:solidFill>
                  <a:srgbClr val="33475B"/>
                </a:solidFill>
                <a:latin typeface="Lexend Deca Light"/>
                <a:ea typeface="Lexend Deca Light"/>
                <a:cs typeface="Lexend Deca Light"/>
                <a:sym typeface="Lexend Deca Light"/>
              </a:defRPr>
            </a:lvl9pPr>
          </a:lstStyle>
          <a:p/>
        </p:txBody>
      </p:sp>
      <p:sp>
        <p:nvSpPr>
          <p:cNvPr id="1604" name="Google Shape;1604;p1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2E475D"/>
                </a:solidFill>
                <a:latin typeface="Lexend Deca Medium"/>
                <a:ea typeface="Lexend Deca Medium"/>
                <a:cs typeface="Lexend Deca Medium"/>
                <a:sym typeface="Lexend Deca Medium"/>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2" r:id="rId35"/>
    <p:sldLayoutId id="214748386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xml"/><Relationship Id="rId3" Type="http://schemas.openxmlformats.org/officeDocument/2006/relationships/hyperlink" Target="https://docs.google.com/presentation/d/1xx9G7YIUfjLAqRSRAlViU0vgZzPxtDA9bNZUV53jSo4/edit?pli=1#slide=id.g264fd7b1773_0_22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6.xml"/><Relationship Id="rId2" Type="http://schemas.openxmlformats.org/officeDocument/2006/relationships/notesSlide" Target="../notesSlides/notesSlide4.xml"/><Relationship Id="rId3" Type="http://schemas.openxmlformats.org/officeDocument/2006/relationships/hyperlink" Target="https://docs.google.com/presentation/d/1MeGyOoSBKxjPpv6q5_e0EZ6vd22fc8cAxiuNJjUvl50/edit#slide=id.g29be02d0ae5_0_4845" TargetMode="External"/><Relationship Id="rId4" Type="http://schemas.openxmlformats.org/officeDocument/2006/relationships/hyperlink" Target="https://docs.google.com/presentation/d/1MeGyOoSBKxjPpv6q5_e0EZ6vd22fc8cAxiuNJjUvl50/edit#slide=id.g29be02d0ae5_0_486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6.xml"/><Relationship Id="rId2" Type="http://schemas.openxmlformats.org/officeDocument/2006/relationships/notesSlide" Target="../notesSlides/notesSlide5.xml"/><Relationship Id="rId3" Type="http://schemas.openxmlformats.org/officeDocument/2006/relationships/hyperlink" Target="https://wiki.hubspotcentral.net/pages/viewpage.action?pageId=68770239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notesSlide" Target="../notesSlides/notesSlide6.xml"/><Relationship Id="rId3" Type="http://schemas.openxmlformats.org/officeDocument/2006/relationships/hyperlink" Target="https://docs.google.com/presentation/d/1WYKKqXn-wIUBUYumA-JWZJWDPVChhOf2j3wWHyVtCT8/edit#slide=id.g2670686e1c9_0_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hyperlink" Target="https://docs.google.com/presentation/d/1MeGyOoSBKxjPpv6q5_e0EZ6vd22fc8cAxiuNJjUvl50/edit#slide=id.g29a018e6390_0_46" TargetMode="External"/><Relationship Id="rId4" Type="http://schemas.openxmlformats.org/officeDocument/2006/relationships/hyperlink" Target="https://docs.google.com/presentation/d/111klk9GaluYh_9rnrIQ0DTPugeIHn3ouaN3JGWa_-GQ/edit#slide=id.g2a24381b7a7_0_813" TargetMode="External"/><Relationship Id="rId5" Type="http://schemas.openxmlformats.org/officeDocument/2006/relationships/hyperlink" Target="https://docs.google.com/presentation/d/16him50Oh-CSsp8s_JZkwoWnaQ7sNx8eI3-1idWjkXcw/edit#slide=id.g1ed30d49fea_0_1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notesSlide" Target="../notesSlides/notesSlide10.xml"/><Relationship Id="rId3"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17.xml"/><Relationship Id="rId3" Type="http://schemas.openxmlformats.org/officeDocument/2006/relationships/comments" Target="../comments/comment2.xml"/><Relationship Id="rId4" Type="http://schemas.openxmlformats.org/officeDocument/2006/relationships/hyperlink" Target="https://docs.google.com/presentation/d/1G9yxnDZ7YiQBhNOo7RKuVp6lqEJw2ox79HF-l0QOUfU/edit#slide=id.g1af7ff4d134_0_628" TargetMode="External"/><Relationship Id="rId5" Type="http://schemas.openxmlformats.org/officeDocument/2006/relationships/hyperlink" Target="https://docs.google.com/spreadsheets/d/1WFBc3SU15gJf0CQKuhud6iaDd7SjZnG_IWJL1NlN3j8/edit#gid=18634728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18.xml"/><Relationship Id="rId3" Type="http://schemas.openxmlformats.org/officeDocument/2006/relationships/hyperlink" Target="https://docs.google.com/presentation/d/1lELfUBGZRljuq1Qs8F-COCG5arFuQ-j0B2lxHzjwW34/edit#slide=id.g2b7506bfc1c_0_20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19.xml"/><Relationship Id="rId3" Type="http://schemas.openxmlformats.org/officeDocument/2006/relationships/comments" Target="../comments/comment3.xml"/><Relationship Id="rId4" Type="http://schemas.openxmlformats.org/officeDocument/2006/relationships/hyperlink" Target="https://docs.google.com/presentation/d/1IaF_B5mTYzGbFO9gbv1VDVJFDb-RmlUjdYF2LQ_BMhA/edit#slide=id.g2b207673188_0_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6.xml"/><Relationship Id="rId3" Type="http://schemas.openxmlformats.org/officeDocument/2006/relationships/comments" Target="../comments/comment4.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7.xml"/><Relationship Id="rId3" Type="http://schemas.openxmlformats.org/officeDocument/2006/relationships/comments" Target="../comments/comment5.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30.xml"/><Relationship Id="rId3" Type="http://schemas.openxmlformats.org/officeDocument/2006/relationships/image" Target="../media/image39.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8.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image" Target="../media/image36.png"/><Relationship Id="rId5" Type="http://schemas.openxmlformats.org/officeDocument/2006/relationships/image" Target="../media/image30.png"/><Relationship Id="rId6" Type="http://schemas.openxmlformats.org/officeDocument/2006/relationships/image" Target="../media/image37.png"/><Relationship Id="rId7" Type="http://schemas.openxmlformats.org/officeDocument/2006/relationships/image" Target="../media/image39.png"/><Relationship Id="rId8"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3.xml"/><Relationship Id="rId2" Type="http://schemas.openxmlformats.org/officeDocument/2006/relationships/notesSlide" Target="../notesSlides/notesSlide32.xml"/><Relationship Id="rId3" Type="http://schemas.openxmlformats.org/officeDocument/2006/relationships/comments" Target="../comments/commen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3.xml"/><Relationship Id="rId2" Type="http://schemas.openxmlformats.org/officeDocument/2006/relationships/notesSlide" Target="../notesSlides/notesSlide33.xml"/><Relationship Id="rId3" Type="http://schemas.openxmlformats.org/officeDocument/2006/relationships/comments" Target="../comments/commen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3.xml"/><Relationship Id="rId2" Type="http://schemas.openxmlformats.org/officeDocument/2006/relationships/notesSlide" Target="../notesSlides/notesSlide34.xml"/><Relationship Id="rId3" Type="http://schemas.openxmlformats.org/officeDocument/2006/relationships/hyperlink" Target="https://docs.google.com/document/d/1w-_o1-beqncAfrADX6r9edPkBW4KOi3i-u0bgXZdfx0/edit#heading=h.5dwqkwxhvs1j" TargetMode="External"/><Relationship Id="rId4" Type="http://schemas.openxmlformats.org/officeDocument/2006/relationships/hyperlink" Target="https://docs.google.com/spreadsheets/d/18ZQAcq2RP-lI2OzetrZ9eB2k0cvSWPaN5iLwncVF_Xk/edit#gid=1198228711" TargetMode="External"/><Relationship Id="rId5" Type="http://schemas.openxmlformats.org/officeDocument/2006/relationships/hyperlink" Target="https://docs.google.com/spreadsheets/d/18ZQAcq2RP-lI2OzetrZ9eB2k0cvSWPaN5iLwncVF_Xk/edit#gid=1198228711"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5.xml"/><Relationship Id="rId2" Type="http://schemas.openxmlformats.org/officeDocument/2006/relationships/notesSlide" Target="../notesSlides/notesSlide35.xml"/><Relationship Id="rId3" Type="http://schemas.openxmlformats.org/officeDocument/2006/relationships/comments" Target="../comments/comment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219"/>
          <p:cNvSpPr txBox="1"/>
          <p:nvPr>
            <p:ph idx="4294967295" type="title"/>
          </p:nvPr>
        </p:nvSpPr>
        <p:spPr>
          <a:xfrm>
            <a:off x="550350" y="1203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solidFill>
                  <a:schemeClr val="lt1"/>
                </a:solidFill>
                <a:latin typeface="Lexend Deca"/>
                <a:ea typeface="Lexend Deca"/>
                <a:cs typeface="Lexend Deca"/>
                <a:sym typeface="Lexend Deca"/>
              </a:rPr>
              <a:t>Use Cases and Growth</a:t>
            </a:r>
            <a:endParaRPr sz="4000">
              <a:solidFill>
                <a:schemeClr val="lt1"/>
              </a:solidFill>
              <a:latin typeface="Lexend Deca"/>
              <a:ea typeface="Lexend Deca"/>
              <a:cs typeface="Lexend Deca"/>
              <a:sym typeface="Lexend Deca"/>
            </a:endParaRPr>
          </a:p>
        </p:txBody>
      </p:sp>
      <p:sp>
        <p:nvSpPr>
          <p:cNvPr id="1797" name="Google Shape;1797;p219"/>
          <p:cNvSpPr txBox="1"/>
          <p:nvPr>
            <p:ph idx="4294967295" type="subTitle"/>
          </p:nvPr>
        </p:nvSpPr>
        <p:spPr>
          <a:xfrm>
            <a:off x="550350" y="2031275"/>
            <a:ext cx="8043300" cy="4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lt1"/>
                </a:solidFill>
              </a:rPr>
              <a:t>Work so far, and next steps</a:t>
            </a:r>
            <a:br>
              <a:rPr lang="en" sz="2400">
                <a:solidFill>
                  <a:schemeClr val="lt1"/>
                </a:solidFill>
              </a:rPr>
            </a:br>
            <a:r>
              <a:rPr i="1" lang="en" sz="2400">
                <a:solidFill>
                  <a:schemeClr val="lt1"/>
                </a:solidFill>
              </a:rPr>
              <a:t>March 2024</a:t>
            </a:r>
            <a:br>
              <a:rPr i="1" lang="en" sz="2400">
                <a:solidFill>
                  <a:schemeClr val="lt1"/>
                </a:solidFill>
              </a:rPr>
            </a:br>
            <a:r>
              <a:rPr lang="en" sz="1400">
                <a:solidFill>
                  <a:schemeClr val="lt1"/>
                </a:solidFill>
              </a:rPr>
              <a:t>Kieran Forde - Senior Content Designer</a:t>
            </a:r>
            <a:endParaRPr sz="1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220"/>
          <p:cNvSpPr txBox="1"/>
          <p:nvPr>
            <p:ph idx="4294967295" type="title"/>
          </p:nvPr>
        </p:nvSpPr>
        <p:spPr>
          <a:xfrm>
            <a:off x="790700" y="1250275"/>
            <a:ext cx="7045800" cy="343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Lexend Deca Light"/>
                <a:ea typeface="Lexend Deca Light"/>
                <a:cs typeface="Lexend Deca Light"/>
                <a:sym typeface="Lexend Deca Light"/>
              </a:rPr>
              <a:t>Many people I have spoken to recently know that use cases exist, but there’s a lot of confusion about what they are and how we should use them.</a:t>
            </a:r>
            <a:endParaRPr sz="17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7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lang="en" sz="1700">
                <a:solidFill>
                  <a:schemeClr val="dk1"/>
                </a:solidFill>
                <a:latin typeface="Lexend Deca Light"/>
                <a:ea typeface="Lexend Deca Light"/>
                <a:cs typeface="Lexend Deca Light"/>
                <a:sym typeface="Lexend Deca Light"/>
              </a:rPr>
              <a:t>I’m hoping this deck will:</a:t>
            </a:r>
            <a:endParaRPr sz="1700">
              <a:solidFill>
                <a:schemeClr val="dk1"/>
              </a:solidFill>
              <a:latin typeface="Lexend Deca Light"/>
              <a:ea typeface="Lexend Deca Light"/>
              <a:cs typeface="Lexend Deca Light"/>
              <a:sym typeface="Lexend Deca Light"/>
            </a:endParaRPr>
          </a:p>
          <a:p>
            <a:pPr indent="-336550" lvl="0" marL="457200" rtl="0" algn="l">
              <a:spcBef>
                <a:spcPts val="0"/>
              </a:spcBef>
              <a:spcAft>
                <a:spcPts val="0"/>
              </a:spcAft>
              <a:buClr>
                <a:schemeClr val="dk1"/>
              </a:buClr>
              <a:buSzPts val="1700"/>
              <a:buFont typeface="Lexend Deca Light"/>
              <a:buChar char="●"/>
            </a:pPr>
            <a:r>
              <a:rPr lang="en" sz="1700">
                <a:solidFill>
                  <a:schemeClr val="dk1"/>
                </a:solidFill>
                <a:latin typeface="Lexend Deca Light"/>
                <a:ea typeface="Lexend Deca Light"/>
                <a:cs typeface="Lexend Deca Light"/>
                <a:sym typeface="Lexend Deca Light"/>
              </a:rPr>
              <a:t>Explain what use cases are and why they’re important</a:t>
            </a:r>
            <a:endParaRPr sz="1700">
              <a:solidFill>
                <a:schemeClr val="dk1"/>
              </a:solidFill>
              <a:latin typeface="Lexend Deca Light"/>
              <a:ea typeface="Lexend Deca Light"/>
              <a:cs typeface="Lexend Deca Light"/>
              <a:sym typeface="Lexend Deca Light"/>
            </a:endParaRPr>
          </a:p>
          <a:p>
            <a:pPr indent="-336550" lvl="0" marL="457200" rtl="0" algn="l">
              <a:spcBef>
                <a:spcPts val="0"/>
              </a:spcBef>
              <a:spcAft>
                <a:spcPts val="0"/>
              </a:spcAft>
              <a:buClr>
                <a:schemeClr val="dk1"/>
              </a:buClr>
              <a:buSzPts val="1700"/>
              <a:buFont typeface="Lexend Deca Light"/>
              <a:buChar char="●"/>
            </a:pPr>
            <a:r>
              <a:rPr lang="en" sz="1700">
                <a:solidFill>
                  <a:schemeClr val="dk1"/>
                </a:solidFill>
                <a:latin typeface="Lexend Deca Light"/>
                <a:ea typeface="Lexend Deca Light"/>
                <a:cs typeface="Lexend Deca Light"/>
                <a:sym typeface="Lexend Deca Light"/>
              </a:rPr>
              <a:t>Share the work done so far</a:t>
            </a:r>
            <a:endParaRPr sz="1700">
              <a:solidFill>
                <a:schemeClr val="dk1"/>
              </a:solidFill>
              <a:latin typeface="Lexend Deca Light"/>
              <a:ea typeface="Lexend Deca Light"/>
              <a:cs typeface="Lexend Deca Light"/>
              <a:sym typeface="Lexend Deca Light"/>
            </a:endParaRPr>
          </a:p>
          <a:p>
            <a:pPr indent="-336550" lvl="0" marL="457200" rtl="0" algn="l">
              <a:spcBef>
                <a:spcPts val="0"/>
              </a:spcBef>
              <a:spcAft>
                <a:spcPts val="0"/>
              </a:spcAft>
              <a:buClr>
                <a:schemeClr val="dk1"/>
              </a:buClr>
              <a:buSzPts val="1700"/>
              <a:buFont typeface="Lexend Deca Light"/>
              <a:buChar char="●"/>
            </a:pPr>
            <a:r>
              <a:rPr lang="en" sz="1700">
                <a:solidFill>
                  <a:schemeClr val="dk1"/>
                </a:solidFill>
                <a:latin typeface="Lexend Deca Light"/>
                <a:ea typeface="Lexend Deca Light"/>
                <a:cs typeface="Lexend Deca Light"/>
                <a:sym typeface="Lexend Deca Light"/>
              </a:rPr>
              <a:t>Show how use cases could help align our work across Growth</a:t>
            </a:r>
            <a:endParaRPr sz="1700">
              <a:solidFill>
                <a:schemeClr val="dk1"/>
              </a:solidFill>
              <a:latin typeface="Lexend Deca Light"/>
              <a:ea typeface="Lexend Deca Light"/>
              <a:cs typeface="Lexend Deca Light"/>
              <a:sym typeface="Lexend Deca Light"/>
            </a:endParaRPr>
          </a:p>
          <a:p>
            <a:pPr indent="-336550" lvl="0" marL="457200" rtl="0" algn="l">
              <a:spcBef>
                <a:spcPts val="0"/>
              </a:spcBef>
              <a:spcAft>
                <a:spcPts val="0"/>
              </a:spcAft>
              <a:buClr>
                <a:schemeClr val="dk1"/>
              </a:buClr>
              <a:buSzPts val="1700"/>
              <a:buFont typeface="Lexend Deca Light"/>
              <a:buChar char="●"/>
            </a:pPr>
            <a:r>
              <a:rPr lang="en" sz="1700">
                <a:solidFill>
                  <a:schemeClr val="dk1"/>
                </a:solidFill>
                <a:latin typeface="Lexend Deca Light"/>
                <a:ea typeface="Lexend Deca Light"/>
                <a:cs typeface="Lexend Deca Light"/>
                <a:sym typeface="Lexend Deca Light"/>
              </a:rPr>
              <a:t>Explore the strategic content assets we can create to help teams harness and talk about use cases consistently</a:t>
            </a:r>
            <a:endParaRPr sz="17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700">
              <a:solidFill>
                <a:schemeClr val="dk1"/>
              </a:solidFill>
              <a:latin typeface="Lexend Deca Light"/>
              <a:ea typeface="Lexend Deca Light"/>
              <a:cs typeface="Lexend Deca Light"/>
              <a:sym typeface="Lexend Deca Light"/>
            </a:endParaRPr>
          </a:p>
          <a:p>
            <a:pPr indent="0" lvl="0" marL="457200" rtl="0" algn="l">
              <a:spcBef>
                <a:spcPts val="0"/>
              </a:spcBef>
              <a:spcAft>
                <a:spcPts val="0"/>
              </a:spcAft>
              <a:buNone/>
            </a:pPr>
            <a:r>
              <a:rPr lang="en" sz="1000">
                <a:solidFill>
                  <a:schemeClr val="dk1"/>
                </a:solidFill>
                <a:latin typeface="Lexend Deca Light"/>
                <a:ea typeface="Lexend Deca Light"/>
                <a:cs typeface="Lexend Deca Light"/>
                <a:sym typeface="Lexend Deca Light"/>
              </a:rPr>
              <a:t>Note: this deck is a snapshot of the latest developments - it’s not intended to be an ongoing “source of truth”. Check out </a:t>
            </a:r>
            <a:r>
              <a:rPr lang="en" sz="1000" u="sng">
                <a:solidFill>
                  <a:schemeClr val="hlink"/>
                </a:solidFill>
                <a:latin typeface="Lexend Deca Light"/>
                <a:ea typeface="Lexend Deca Light"/>
                <a:cs typeface="Lexend Deca Light"/>
                <a:sym typeface="Lexend Deca Light"/>
                <a:hlinkClick r:id="rId3"/>
              </a:rPr>
              <a:t>Starter Relaunch | Use Cases &amp; Positioning | Atlas</a:t>
            </a:r>
            <a:r>
              <a:rPr lang="en" sz="1000">
                <a:solidFill>
                  <a:schemeClr val="dk1"/>
                </a:solidFill>
                <a:latin typeface="Lexend Deca Light"/>
                <a:ea typeface="Lexend Deca Light"/>
                <a:cs typeface="Lexend Deca Light"/>
                <a:sym typeface="Lexend Deca Light"/>
              </a:rPr>
              <a:t> for ongoing updates.</a:t>
            </a:r>
            <a:endParaRPr sz="1000">
              <a:solidFill>
                <a:schemeClr val="dk1"/>
              </a:solidFill>
              <a:latin typeface="Lexend Deca Light"/>
              <a:ea typeface="Lexend Deca Light"/>
              <a:cs typeface="Lexend Deca Light"/>
              <a:sym typeface="Lexend Deca Light"/>
            </a:endParaRPr>
          </a:p>
        </p:txBody>
      </p:sp>
      <p:sp>
        <p:nvSpPr>
          <p:cNvPr id="1803" name="Google Shape;1803;p220"/>
          <p:cNvSpPr txBox="1"/>
          <p:nvPr>
            <p:ph idx="4294967295"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solidFill>
                  <a:schemeClr val="dk1"/>
                </a:solidFill>
                <a:latin typeface="Lexend Deca"/>
                <a:ea typeface="Lexend Deca"/>
                <a:cs typeface="Lexend Deca"/>
                <a:sym typeface="Lexend Deca"/>
              </a:rPr>
              <a:t>Purpose of this deck</a:t>
            </a:r>
            <a:endParaRPr sz="4000">
              <a:solidFill>
                <a:schemeClr val="dk1"/>
              </a:solidFill>
              <a:latin typeface="Lexend Deca"/>
              <a:ea typeface="Lexend Deca"/>
              <a:cs typeface="Lexend Deca"/>
              <a:sym typeface="Lexend Dec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221"/>
          <p:cNvSpPr txBox="1"/>
          <p:nvPr>
            <p:ph type="title"/>
          </p:nvPr>
        </p:nvSpPr>
        <p:spPr>
          <a:xfrm>
            <a:off x="3863175" y="1694399"/>
            <a:ext cx="4701000" cy="17547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What are use cases and why do they matter?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222"/>
          <p:cNvSpPr txBox="1"/>
          <p:nvPr>
            <p:ph type="title"/>
          </p:nvPr>
        </p:nvSpPr>
        <p:spPr>
          <a:xfrm>
            <a:off x="1235250" y="1954075"/>
            <a:ext cx="6673500" cy="297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latin typeface="Lexend Deca"/>
                <a:ea typeface="Lexend Deca"/>
                <a:cs typeface="Lexend Deca"/>
                <a:sym typeface="Lexend Deca"/>
              </a:rPr>
              <a:t>“Driving usage”</a:t>
            </a:r>
            <a:r>
              <a:rPr lang="en" sz="2000">
                <a:latin typeface="Lexend Deca Light"/>
                <a:ea typeface="Lexend Deca Light"/>
                <a:cs typeface="Lexend Deca Light"/>
                <a:sym typeface="Lexend Deca Light"/>
              </a:rPr>
              <a:t> is one of our “Strategic Six” objectives for HubSpot in 2024</a:t>
            </a:r>
            <a:endParaRPr sz="2000">
              <a:latin typeface="Lexend Deca Light"/>
              <a:ea typeface="Lexend Deca Light"/>
              <a:cs typeface="Lexend Deca Light"/>
              <a:sym typeface="Lexend Deca Light"/>
            </a:endParaRPr>
          </a:p>
          <a:p>
            <a:pPr indent="0" lvl="0" marL="0" rtl="0" algn="l">
              <a:spcBef>
                <a:spcPts val="0"/>
              </a:spcBef>
              <a:spcAft>
                <a:spcPts val="0"/>
              </a:spcAft>
              <a:buClr>
                <a:schemeClr val="dk1"/>
              </a:buClr>
              <a:buSzPts val="1100"/>
              <a:buFont typeface="Arial"/>
              <a:buNone/>
            </a:pPr>
            <a:r>
              <a:t/>
            </a:r>
            <a:endParaRPr sz="1700">
              <a:latin typeface="Lexend Deca Light"/>
              <a:ea typeface="Lexend Deca Light"/>
              <a:cs typeface="Lexend Deca Light"/>
              <a:sym typeface="Lexend Deca Light"/>
            </a:endParaRPr>
          </a:p>
          <a:p>
            <a:pPr indent="0" lvl="0" marL="0" rtl="0" algn="l">
              <a:spcBef>
                <a:spcPts val="0"/>
              </a:spcBef>
              <a:spcAft>
                <a:spcPts val="0"/>
              </a:spcAft>
              <a:buClr>
                <a:schemeClr val="dk1"/>
              </a:buClr>
              <a:buSzPts val="1100"/>
              <a:buFont typeface="Arial"/>
              <a:buNone/>
            </a:pPr>
            <a:r>
              <a:rPr lang="en" sz="2000">
                <a:latin typeface="Lexend Deca Light"/>
                <a:ea typeface="Lexend Deca Light"/>
                <a:cs typeface="Lexend Deca Light"/>
                <a:sym typeface="Lexend Deca Light"/>
              </a:rPr>
              <a:t>We’re focusing on usage because product data shows that when customers use HubSpot more, </a:t>
            </a:r>
            <a:r>
              <a:rPr lang="en" sz="2000" u="sng">
                <a:solidFill>
                  <a:schemeClr val="hlink"/>
                </a:solidFill>
                <a:latin typeface="Lexend Deca Light"/>
                <a:ea typeface="Lexend Deca Light"/>
                <a:cs typeface="Lexend Deca Light"/>
                <a:sym typeface="Lexend Deca Light"/>
                <a:hlinkClick r:id="rId3"/>
              </a:rPr>
              <a:t>they grow faster</a:t>
            </a:r>
            <a:r>
              <a:rPr lang="en" sz="2000">
                <a:latin typeface="Lexend Deca Light"/>
                <a:ea typeface="Lexend Deca Light"/>
                <a:cs typeface="Lexend Deca Light"/>
                <a:sym typeface="Lexend Deca Light"/>
              </a:rPr>
              <a:t> and </a:t>
            </a:r>
            <a:r>
              <a:rPr lang="en" sz="2000" u="sng">
                <a:solidFill>
                  <a:schemeClr val="hlink"/>
                </a:solidFill>
                <a:latin typeface="Lexend Deca Light"/>
                <a:ea typeface="Lexend Deca Light"/>
                <a:cs typeface="Lexend Deca Light"/>
                <a:sym typeface="Lexend Deca Light"/>
                <a:hlinkClick r:id="rId4"/>
              </a:rPr>
              <a:t>they are less likely to downgrade</a:t>
            </a:r>
            <a:r>
              <a:rPr lang="en" sz="2000">
                <a:latin typeface="Lexend Deca Light"/>
                <a:ea typeface="Lexend Deca Light"/>
                <a:cs typeface="Lexend Deca Light"/>
                <a:sym typeface="Lexend Deca Light"/>
              </a:rPr>
              <a:t>.</a:t>
            </a:r>
            <a:endParaRPr sz="1500">
              <a:latin typeface="Lexend Deca Light"/>
              <a:ea typeface="Lexend Deca Light"/>
              <a:cs typeface="Lexend Deca Light"/>
              <a:sym typeface="Lexend Deca Light"/>
            </a:endParaRPr>
          </a:p>
        </p:txBody>
      </p:sp>
      <p:sp>
        <p:nvSpPr>
          <p:cNvPr id="1814" name="Google Shape;1814;p222"/>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500">
                <a:latin typeface="Lexend Deca"/>
                <a:ea typeface="Lexend Deca"/>
                <a:cs typeface="Lexend Deca"/>
                <a:sym typeface="Lexend Deca"/>
              </a:rPr>
              <a:t>Context</a:t>
            </a:r>
            <a:endParaRPr sz="3500">
              <a:solidFill>
                <a:schemeClr val="dk1"/>
              </a:solidFill>
              <a:latin typeface="Lexend Deca"/>
              <a:ea typeface="Lexend Deca"/>
              <a:cs typeface="Lexend Deca"/>
              <a:sym typeface="Lexend Dec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223"/>
          <p:cNvSpPr txBox="1"/>
          <p:nvPr>
            <p:ph type="title"/>
          </p:nvPr>
        </p:nvSpPr>
        <p:spPr>
          <a:xfrm>
            <a:off x="1235250" y="1954075"/>
            <a:ext cx="6673500" cy="297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Lexend Deca Light"/>
                <a:ea typeface="Lexend Deca Light"/>
                <a:cs typeface="Lexend Deca Light"/>
                <a:sym typeface="Lexend Deca Light"/>
              </a:rPr>
              <a:t>Use cases capture the core value propositions of each hub.</a:t>
            </a:r>
            <a:endParaRPr sz="1800">
              <a:latin typeface="Lexend Deca Light"/>
              <a:ea typeface="Lexend Deca Light"/>
              <a:cs typeface="Lexend Deca Light"/>
              <a:sym typeface="Lexend Deca Light"/>
            </a:endParaRPr>
          </a:p>
          <a:p>
            <a:pPr indent="0" lvl="0" marL="0" rtl="0" algn="l">
              <a:spcBef>
                <a:spcPts val="0"/>
              </a:spcBef>
              <a:spcAft>
                <a:spcPts val="0"/>
              </a:spcAft>
              <a:buNone/>
            </a:pPr>
            <a:r>
              <a:t/>
            </a:r>
            <a:endParaRPr sz="1800">
              <a:latin typeface="Lexend Deca Light"/>
              <a:ea typeface="Lexend Deca Light"/>
              <a:cs typeface="Lexend Deca Light"/>
              <a:sym typeface="Lexend Deca Light"/>
            </a:endParaRPr>
          </a:p>
          <a:p>
            <a:pPr indent="0" lvl="0" marL="0" rtl="0" algn="l">
              <a:spcBef>
                <a:spcPts val="0"/>
              </a:spcBef>
              <a:spcAft>
                <a:spcPts val="0"/>
              </a:spcAft>
              <a:buNone/>
            </a:pPr>
            <a:r>
              <a:rPr lang="en" sz="1800">
                <a:latin typeface="Lexend Deca Light"/>
                <a:ea typeface="Lexend Deca Light"/>
                <a:cs typeface="Lexend Deca Light"/>
                <a:sym typeface="Lexend Deca Light"/>
              </a:rPr>
              <a:t>They help us explain the specific ways that HubSpot can solve for our customers. </a:t>
            </a:r>
            <a:endParaRPr sz="1800">
              <a:latin typeface="Lexend Deca Light"/>
              <a:ea typeface="Lexend Deca Light"/>
              <a:cs typeface="Lexend Deca Light"/>
              <a:sym typeface="Lexend Deca Light"/>
            </a:endParaRPr>
          </a:p>
          <a:p>
            <a:pPr indent="0" lvl="0" marL="0" rtl="0" algn="l">
              <a:spcBef>
                <a:spcPts val="0"/>
              </a:spcBef>
              <a:spcAft>
                <a:spcPts val="0"/>
              </a:spcAft>
              <a:buNone/>
            </a:pPr>
            <a:r>
              <a:t/>
            </a:r>
            <a:endParaRPr sz="1800">
              <a:latin typeface="Lexend Deca Light"/>
              <a:ea typeface="Lexend Deca Light"/>
              <a:cs typeface="Lexend Deca Light"/>
              <a:sym typeface="Lexend Deca Light"/>
            </a:endParaRPr>
          </a:p>
          <a:p>
            <a:pPr indent="0" lvl="0" marL="0" rtl="0" algn="l">
              <a:spcBef>
                <a:spcPts val="0"/>
              </a:spcBef>
              <a:spcAft>
                <a:spcPts val="0"/>
              </a:spcAft>
              <a:buNone/>
            </a:pPr>
            <a:r>
              <a:rPr lang="en" sz="1800">
                <a:latin typeface="Lexend Deca Light"/>
                <a:ea typeface="Lexend Deca Light"/>
                <a:cs typeface="Lexend Deca Light"/>
                <a:sym typeface="Lexend Deca Light"/>
              </a:rPr>
              <a:t>Here’s how Yamini explains this in her </a:t>
            </a:r>
            <a:r>
              <a:rPr lang="en" sz="1800" u="sng">
                <a:solidFill>
                  <a:schemeClr val="accent3"/>
                </a:solidFill>
                <a:latin typeface="Lexend Deca Light"/>
                <a:ea typeface="Lexend Deca Light"/>
                <a:cs typeface="Lexend Deca Light"/>
                <a:sym typeface="Lexend Deca Light"/>
                <a:hlinkClick r:id="rId3">
                  <a:extLst>
                    <a:ext uri="{A12FA001-AC4F-418D-AE19-62706E023703}">
                      <ahyp:hlinkClr val="tx"/>
                    </a:ext>
                  </a:extLst>
                </a:hlinkClick>
              </a:rPr>
              <a:t>wiki post</a:t>
            </a:r>
            <a:r>
              <a:rPr lang="en" sz="1800">
                <a:latin typeface="Lexend Deca Light"/>
                <a:ea typeface="Lexend Deca Light"/>
                <a:cs typeface="Lexend Deca Light"/>
                <a:sym typeface="Lexend Deca Light"/>
              </a:rPr>
              <a:t>:  </a:t>
            </a:r>
            <a:endParaRPr sz="1800">
              <a:latin typeface="Lexend Deca Light"/>
              <a:ea typeface="Lexend Deca Light"/>
              <a:cs typeface="Lexend Deca Light"/>
              <a:sym typeface="Lexend Deca Light"/>
            </a:endParaRPr>
          </a:p>
          <a:p>
            <a:pPr indent="0" lvl="0" marL="0" rtl="0" algn="l">
              <a:spcBef>
                <a:spcPts val="0"/>
              </a:spcBef>
              <a:spcAft>
                <a:spcPts val="0"/>
              </a:spcAft>
              <a:buNone/>
            </a:pPr>
            <a:br>
              <a:rPr lang="en" sz="1300">
                <a:latin typeface="Lexend Deca Light"/>
                <a:ea typeface="Lexend Deca Light"/>
                <a:cs typeface="Lexend Deca Light"/>
                <a:sym typeface="Lexend Deca Light"/>
              </a:rPr>
            </a:br>
            <a:r>
              <a:rPr lang="en" sz="1300">
                <a:latin typeface="Lexend Deca Light"/>
                <a:ea typeface="Lexend Deca Light"/>
                <a:cs typeface="Lexend Deca Light"/>
                <a:sym typeface="Lexend Deca Light"/>
              </a:rPr>
              <a:t>“As our product footprint has grown, </a:t>
            </a:r>
            <a:r>
              <a:rPr b="1" lang="en" sz="1300">
                <a:latin typeface="Lexend Deca"/>
                <a:ea typeface="Lexend Deca"/>
                <a:cs typeface="Lexend Deca"/>
                <a:sym typeface="Lexend Deca"/>
              </a:rPr>
              <a:t>it’s become harder to explain the problems HubSpot can solve for our customers</a:t>
            </a:r>
            <a:r>
              <a:rPr lang="en" sz="1300">
                <a:latin typeface="Lexend Deca Light"/>
                <a:ea typeface="Lexend Deca Light"/>
                <a:cs typeface="Lexend Deca Light"/>
                <a:sym typeface="Lexend Deca Light"/>
              </a:rPr>
              <a:t>.</a:t>
            </a:r>
            <a:r>
              <a:rPr lang="en" sz="1300">
                <a:latin typeface="Lexend Deca Light"/>
                <a:ea typeface="Lexend Deca Light"/>
                <a:cs typeface="Lexend Deca Light"/>
                <a:sym typeface="Lexend Deca Light"/>
              </a:rPr>
              <a:t> We’re going to simplify this by focusing on 2-3 core use cases that each Hub and the CRM platform solve. We will obsess over product usage against these use cases. </a:t>
            </a:r>
            <a:endParaRPr sz="1300">
              <a:latin typeface="Lexend Deca Light"/>
              <a:ea typeface="Lexend Deca Light"/>
              <a:cs typeface="Lexend Deca Light"/>
              <a:sym typeface="Lexend Deca Light"/>
            </a:endParaRPr>
          </a:p>
        </p:txBody>
      </p:sp>
      <p:sp>
        <p:nvSpPr>
          <p:cNvPr id="1820" name="Google Shape;1820;p223"/>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500">
                <a:latin typeface="Lexend Deca"/>
                <a:ea typeface="Lexend Deca"/>
                <a:cs typeface="Lexend Deca"/>
                <a:sym typeface="Lexend Deca"/>
              </a:rPr>
              <a:t>What are use cases?</a:t>
            </a:r>
            <a:endParaRPr sz="3500">
              <a:solidFill>
                <a:schemeClr val="dk1"/>
              </a:solidFill>
              <a:latin typeface="Lexend Deca"/>
              <a:ea typeface="Lexend Deca"/>
              <a:cs typeface="Lexend Deca"/>
              <a:sym typeface="Lexend Dec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224"/>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latin typeface="Lexend Deca"/>
                <a:ea typeface="Lexend Deca"/>
                <a:cs typeface="Lexend Deca"/>
                <a:sym typeface="Lexend Deca"/>
              </a:rPr>
              <a:t>What are the </a:t>
            </a:r>
            <a:r>
              <a:rPr lang="en" sz="4000">
                <a:solidFill>
                  <a:schemeClr val="dk1"/>
                </a:solidFill>
                <a:latin typeface="Lexend Deca"/>
                <a:ea typeface="Lexend Deca"/>
                <a:cs typeface="Lexend Deca"/>
                <a:sym typeface="Lexend Deca"/>
              </a:rPr>
              <a:t>use cases?</a:t>
            </a:r>
            <a:endParaRPr sz="4000">
              <a:solidFill>
                <a:schemeClr val="dk1"/>
              </a:solidFill>
              <a:latin typeface="Lexend Deca"/>
              <a:ea typeface="Lexend Deca"/>
              <a:cs typeface="Lexend Deca"/>
              <a:sym typeface="Lexend Deca"/>
            </a:endParaRPr>
          </a:p>
        </p:txBody>
      </p:sp>
      <p:graphicFrame>
        <p:nvGraphicFramePr>
          <p:cNvPr id="1826" name="Google Shape;1826;p224"/>
          <p:cNvGraphicFramePr/>
          <p:nvPr/>
        </p:nvGraphicFramePr>
        <p:xfrm>
          <a:off x="706013" y="1051138"/>
          <a:ext cx="3000000" cy="3000000"/>
        </p:xfrm>
        <a:graphic>
          <a:graphicData uri="http://schemas.openxmlformats.org/drawingml/2006/table">
            <a:tbl>
              <a:tblPr>
                <a:noFill/>
                <a:tableStyleId>{2956295A-284B-434D-9FE9-A0E4271B7B66}</a:tableStyleId>
              </a:tblPr>
              <a:tblGrid>
                <a:gridCol w="1550100"/>
                <a:gridCol w="2077875"/>
              </a:tblGrid>
              <a:tr h="2735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Hub</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Marketing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Generate leads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marketing</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Sales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Build pipeline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Service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Drive retention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Content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Create content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Manage content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Operations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Activate data</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Manage data</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Commerce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Collect payments and subscriptions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billing and invoicing</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bl>
          </a:graphicData>
        </a:graphic>
      </p:graphicFrame>
      <p:graphicFrame>
        <p:nvGraphicFramePr>
          <p:cNvPr id="1827" name="Google Shape;1827;p224"/>
          <p:cNvGraphicFramePr/>
          <p:nvPr/>
        </p:nvGraphicFramePr>
        <p:xfrm>
          <a:off x="4985463" y="2418638"/>
          <a:ext cx="3000000" cy="3000000"/>
        </p:xfrm>
        <a:graphic>
          <a:graphicData uri="http://schemas.openxmlformats.org/drawingml/2006/table">
            <a:tbl>
              <a:tblPr>
                <a:noFill/>
                <a:tableStyleId>{2956295A-284B-434D-9FE9-A0E4271B7B66}</a:tableStyleId>
              </a:tblPr>
              <a:tblGrid>
                <a:gridCol w="1566225"/>
                <a:gridCol w="2099525"/>
              </a:tblGrid>
              <a:tr h="2295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Ecosystem</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311975">
                <a:tc rowSpan="3">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Smart CRM</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Unify customer profiles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Unify teams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Unify tech stack</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Marketplace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Find </a:t>
                      </a:r>
                      <a:r>
                        <a:rPr lang="en" sz="1000">
                          <a:solidFill>
                            <a:schemeClr val="lt1"/>
                          </a:solidFill>
                          <a:latin typeface="Lexend Deca"/>
                          <a:ea typeface="Lexend Deca"/>
                          <a:cs typeface="Lexend Deca"/>
                          <a:sym typeface="Lexend Deca"/>
                        </a:rPr>
                        <a:t>integrations, templates and services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Academy</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Learn new skills, gain credentials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Network</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Join our community, grow your craft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bl>
          </a:graphicData>
        </a:graphic>
      </p:graphicFrame>
      <p:sp>
        <p:nvSpPr>
          <p:cNvPr id="1828" name="Google Shape;1828;p224"/>
          <p:cNvSpPr txBox="1"/>
          <p:nvPr>
            <p:ph type="title"/>
          </p:nvPr>
        </p:nvSpPr>
        <p:spPr>
          <a:xfrm>
            <a:off x="706025" y="4698900"/>
            <a:ext cx="7202700" cy="2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Correct on 7 March 2024 - </a:t>
            </a:r>
            <a:r>
              <a:rPr lang="en" sz="800" u="sng">
                <a:solidFill>
                  <a:schemeClr val="hlink"/>
                </a:solidFill>
                <a:latin typeface="Lexend Deca Light"/>
                <a:ea typeface="Lexend Deca Light"/>
                <a:cs typeface="Lexend Deca Light"/>
                <a:sym typeface="Lexend Deca Light"/>
                <a:hlinkClick r:id="rId3"/>
              </a:rPr>
              <a:t>See the latest customer platform positioning framework</a:t>
            </a:r>
            <a:endParaRPr sz="800">
              <a:latin typeface="Lexend Deca Light"/>
              <a:ea typeface="Lexend Deca Light"/>
              <a:cs typeface="Lexend Deca Light"/>
              <a:sym typeface="Lexend Deca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25"/>
          <p:cNvSpPr txBox="1"/>
          <p:nvPr>
            <p:ph idx="4294967295" type="title"/>
          </p:nvPr>
        </p:nvSpPr>
        <p:spPr>
          <a:xfrm>
            <a:off x="790700" y="1250275"/>
            <a:ext cx="7045800" cy="3110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exend Deca Light"/>
              <a:buChar char="●"/>
            </a:pPr>
            <a:r>
              <a:rPr lang="en" sz="1500">
                <a:solidFill>
                  <a:schemeClr val="dk1"/>
                </a:solidFill>
                <a:latin typeface="Lexend Deca Light"/>
                <a:ea typeface="Lexend Deca Light"/>
                <a:cs typeface="Lexend Deca Light"/>
                <a:sym typeface="Lexend Deca Light"/>
              </a:rPr>
              <a:t>Each use case has </a:t>
            </a:r>
            <a:r>
              <a:rPr lang="en" sz="1500" u="sng">
                <a:solidFill>
                  <a:schemeClr val="hlink"/>
                </a:solidFill>
                <a:latin typeface="Lexend Deca Light"/>
                <a:ea typeface="Lexend Deca Light"/>
                <a:cs typeface="Lexend Deca Light"/>
                <a:sym typeface="Lexend Deca Light"/>
                <a:hlinkClick r:id="rId3"/>
              </a:rPr>
              <a:t>“value metrics” associated</a:t>
            </a:r>
            <a:r>
              <a:rPr lang="en" sz="1500">
                <a:solidFill>
                  <a:schemeClr val="dk1"/>
                </a:solidFill>
                <a:latin typeface="Lexend Deca Light"/>
                <a:ea typeface="Lexend Deca Light"/>
                <a:cs typeface="Lexend Deca Light"/>
                <a:sym typeface="Lexend Deca Light"/>
              </a:rPr>
              <a:t> - these measure the outcomes a customer has achieved, and therefore how successfully they have used the product</a:t>
            </a:r>
            <a:endParaRPr sz="1500">
              <a:solidFill>
                <a:schemeClr val="dk1"/>
              </a:solidFill>
              <a:latin typeface="Lexend Deca Light"/>
              <a:ea typeface="Lexend Deca Light"/>
              <a:cs typeface="Lexend Deca Light"/>
              <a:sym typeface="Lexend Deca Light"/>
            </a:endParaRPr>
          </a:p>
          <a:p>
            <a:pPr indent="-323850" lvl="0" marL="457200" rtl="0" algn="l">
              <a:spcBef>
                <a:spcPts val="0"/>
              </a:spcBef>
              <a:spcAft>
                <a:spcPts val="0"/>
              </a:spcAft>
              <a:buClr>
                <a:schemeClr val="dk1"/>
              </a:buClr>
              <a:buSzPts val="1500"/>
              <a:buFont typeface="Lexend Deca Light"/>
              <a:buChar char="●"/>
            </a:pPr>
            <a:r>
              <a:rPr lang="en" sz="1500">
                <a:solidFill>
                  <a:schemeClr val="dk1"/>
                </a:solidFill>
                <a:latin typeface="Lexend Deca Light"/>
                <a:ea typeface="Lexend Deca Light"/>
                <a:cs typeface="Lexend Deca Light"/>
                <a:sym typeface="Lexend Deca Light"/>
              </a:rPr>
              <a:t>HubSpot Leadership will monitor user satisfaction with our top use cases </a:t>
            </a:r>
            <a:r>
              <a:rPr lang="en" sz="1500" u="sng">
                <a:solidFill>
                  <a:schemeClr val="hlink"/>
                </a:solidFill>
                <a:latin typeface="Lexend Deca Light"/>
                <a:ea typeface="Lexend Deca Light"/>
                <a:cs typeface="Lexend Deca Light"/>
                <a:sym typeface="Lexend Deca Light"/>
                <a:hlinkClick r:id="rId4"/>
              </a:rPr>
              <a:t>through CSAT scores</a:t>
            </a:r>
            <a:endParaRPr sz="1500">
              <a:solidFill>
                <a:schemeClr val="dk1"/>
              </a:solidFill>
              <a:latin typeface="Lexend Deca Light"/>
              <a:ea typeface="Lexend Deca Light"/>
              <a:cs typeface="Lexend Deca Light"/>
              <a:sym typeface="Lexend Deca Light"/>
            </a:endParaRPr>
          </a:p>
          <a:p>
            <a:pPr indent="-323850" lvl="0" marL="457200" rtl="0" algn="l">
              <a:spcBef>
                <a:spcPts val="0"/>
              </a:spcBef>
              <a:spcAft>
                <a:spcPts val="0"/>
              </a:spcAft>
              <a:buClr>
                <a:schemeClr val="dk1"/>
              </a:buClr>
              <a:buSzPts val="1500"/>
              <a:buFont typeface="Lexend Deca Light"/>
              <a:buChar char="●"/>
            </a:pPr>
            <a:r>
              <a:rPr lang="en" sz="1500">
                <a:solidFill>
                  <a:schemeClr val="dk1"/>
                </a:solidFill>
                <a:latin typeface="Lexend Deca Light"/>
                <a:ea typeface="Lexend Deca Light"/>
                <a:cs typeface="Lexend Deca Light"/>
                <a:sym typeface="Lexend Deca Light"/>
              </a:rPr>
              <a:t>Product teams will use CSAT and usage metrics for use cases to understand when to take action, and how to improve value and usage</a:t>
            </a:r>
            <a:endParaRPr sz="1500">
              <a:solidFill>
                <a:schemeClr val="dk1"/>
              </a:solidFill>
              <a:latin typeface="Lexend Deca Light"/>
              <a:ea typeface="Lexend Deca Light"/>
              <a:cs typeface="Lexend Deca Light"/>
              <a:sym typeface="Lexend Deca Light"/>
            </a:endParaRPr>
          </a:p>
          <a:p>
            <a:pPr indent="-323850" lvl="0" marL="457200" rtl="0" algn="l">
              <a:spcBef>
                <a:spcPts val="0"/>
              </a:spcBef>
              <a:spcAft>
                <a:spcPts val="0"/>
              </a:spcAft>
              <a:buClr>
                <a:schemeClr val="dk1"/>
              </a:buClr>
              <a:buSzPts val="1500"/>
              <a:buFont typeface="Lexend Deca Light"/>
              <a:buChar char="●"/>
            </a:pPr>
            <a:r>
              <a:rPr lang="en" sz="1500" u="sng">
                <a:solidFill>
                  <a:schemeClr val="hlink"/>
                </a:solidFill>
                <a:latin typeface="Lexend Deca Light"/>
                <a:ea typeface="Lexend Deca Light"/>
                <a:cs typeface="Lexend Deca Light"/>
                <a:sym typeface="Lexend Deca Light"/>
                <a:hlinkClick r:id="rId5"/>
              </a:rPr>
              <a:t>Marketing will focus on use cases</a:t>
            </a:r>
            <a:r>
              <a:rPr lang="en" sz="1500">
                <a:solidFill>
                  <a:schemeClr val="dk1"/>
                </a:solidFill>
                <a:latin typeface="Lexend Deca Light"/>
                <a:ea typeface="Lexend Deca Light"/>
                <a:cs typeface="Lexend Deca Light"/>
                <a:sym typeface="Lexend Deca Light"/>
              </a:rPr>
              <a:t> for acquisition efforts on the website</a:t>
            </a:r>
            <a:endParaRPr sz="1500">
              <a:solidFill>
                <a:schemeClr val="dk1"/>
              </a:solidFill>
              <a:latin typeface="Lexend Deca Light"/>
              <a:ea typeface="Lexend Deca Light"/>
              <a:cs typeface="Lexend Deca Light"/>
              <a:sym typeface="Lexend Deca Light"/>
            </a:endParaRPr>
          </a:p>
          <a:p>
            <a:pPr indent="-323850" lvl="0" marL="457200" rtl="0" algn="l">
              <a:spcBef>
                <a:spcPts val="0"/>
              </a:spcBef>
              <a:spcAft>
                <a:spcPts val="0"/>
              </a:spcAft>
              <a:buClr>
                <a:schemeClr val="dk1"/>
              </a:buClr>
              <a:buSzPts val="1500"/>
              <a:buFont typeface="Lexend Deca Light"/>
              <a:buChar char="●"/>
            </a:pPr>
            <a:r>
              <a:rPr lang="en" sz="1500">
                <a:solidFill>
                  <a:schemeClr val="dk1"/>
                </a:solidFill>
                <a:latin typeface="Lexend Deca Light"/>
                <a:ea typeface="Lexend Deca Light"/>
                <a:cs typeface="Lexend Deca Light"/>
                <a:sym typeface="Lexend Deca Light"/>
              </a:rPr>
              <a:t>Use cases will help us create consistent messaging and measurement - we’ll know we’re talking about the same things in the same ways</a:t>
            </a:r>
            <a:r>
              <a:rPr lang="en" sz="1500">
                <a:solidFill>
                  <a:schemeClr val="dk1"/>
                </a:solidFill>
                <a:latin typeface="Lexend Deca Light"/>
                <a:ea typeface="Lexend Deca Light"/>
                <a:cs typeface="Lexend Deca Light"/>
                <a:sym typeface="Lexend Deca Light"/>
              </a:rPr>
              <a:t>,</a:t>
            </a:r>
            <a:r>
              <a:rPr lang="en" sz="1500">
                <a:solidFill>
                  <a:schemeClr val="dk1"/>
                </a:solidFill>
                <a:latin typeface="Lexend Deca Light"/>
                <a:ea typeface="Lexend Deca Light"/>
                <a:cs typeface="Lexend Deca Light"/>
                <a:sym typeface="Lexend Deca Light"/>
              </a:rPr>
              <a:t> across Flywheel and Product teams (and even within Growth teams)</a:t>
            </a:r>
            <a:endParaRPr sz="1500">
              <a:solidFill>
                <a:schemeClr val="dk1"/>
              </a:solidFill>
              <a:latin typeface="Lexend Deca Light"/>
              <a:ea typeface="Lexend Deca Light"/>
              <a:cs typeface="Lexend Deca Light"/>
              <a:sym typeface="Lexend Deca Light"/>
            </a:endParaRPr>
          </a:p>
        </p:txBody>
      </p:sp>
      <p:sp>
        <p:nvSpPr>
          <p:cNvPr id="1834" name="Google Shape;1834;p225"/>
          <p:cNvSpPr txBox="1"/>
          <p:nvPr>
            <p:ph idx="4294967295"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500">
                <a:solidFill>
                  <a:schemeClr val="dk1"/>
                </a:solidFill>
                <a:latin typeface="Lexend Deca"/>
                <a:ea typeface="Lexend Deca"/>
                <a:cs typeface="Lexend Deca"/>
                <a:sym typeface="Lexend Deca"/>
              </a:rPr>
              <a:t>How will use cases be used?</a:t>
            </a:r>
            <a:endParaRPr sz="3500">
              <a:solidFill>
                <a:schemeClr val="dk1"/>
              </a:solidFill>
              <a:latin typeface="Lexend Deca"/>
              <a:ea typeface="Lexend Deca"/>
              <a:cs typeface="Lexend Deca"/>
              <a:sym typeface="Lexend Dec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226"/>
          <p:cNvSpPr txBox="1"/>
          <p:nvPr>
            <p:ph idx="4294967295" type="title"/>
          </p:nvPr>
        </p:nvSpPr>
        <p:spPr>
          <a:xfrm>
            <a:off x="790700" y="1250275"/>
            <a:ext cx="6097200" cy="31104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lt1"/>
              </a:buClr>
              <a:buSzPts val="1500"/>
              <a:buFont typeface="Lexend Deca Light"/>
              <a:buAutoNum type="arabicPeriod"/>
            </a:pPr>
            <a:r>
              <a:rPr lang="en" sz="1500">
                <a:solidFill>
                  <a:schemeClr val="lt1"/>
                </a:solidFill>
                <a:latin typeface="Lexend Deca Light"/>
                <a:ea typeface="Lexend Deca Light"/>
                <a:cs typeface="Lexend Deca Light"/>
                <a:sym typeface="Lexend Deca Light"/>
              </a:rPr>
              <a:t>We’re focusing on usage because customers that use HubSpot grow faster and are less likely to downgrade </a:t>
            </a:r>
            <a:endParaRPr sz="1500">
              <a:solidFill>
                <a:schemeClr val="lt1"/>
              </a:solidFill>
              <a:latin typeface="Lexend Deca Light"/>
              <a:ea typeface="Lexend Deca Light"/>
              <a:cs typeface="Lexend Deca Light"/>
              <a:sym typeface="Lexend Deca Light"/>
            </a:endParaRPr>
          </a:p>
          <a:p>
            <a:pPr indent="-323850" lvl="0" marL="457200" rtl="0" algn="l">
              <a:lnSpc>
                <a:spcPct val="115000"/>
              </a:lnSpc>
              <a:spcBef>
                <a:spcPts val="1000"/>
              </a:spcBef>
              <a:spcAft>
                <a:spcPts val="0"/>
              </a:spcAft>
              <a:buClr>
                <a:schemeClr val="lt1"/>
              </a:buClr>
              <a:buSzPts val="1500"/>
              <a:buFont typeface="Lexend Deca Light"/>
              <a:buAutoNum type="arabicPeriod"/>
            </a:pPr>
            <a:r>
              <a:rPr lang="en" sz="1500">
                <a:solidFill>
                  <a:schemeClr val="lt1"/>
                </a:solidFill>
                <a:latin typeface="Lexend Deca Light"/>
                <a:ea typeface="Lexend Deca Light"/>
                <a:cs typeface="Lexend Deca Light"/>
                <a:sym typeface="Lexend Deca Light"/>
              </a:rPr>
              <a:t>Use cases will help us drive usage by focusing our attention on the features that offer the most value to our customers</a:t>
            </a:r>
            <a:endParaRPr sz="1500">
              <a:solidFill>
                <a:schemeClr val="lt1"/>
              </a:solidFill>
              <a:latin typeface="Lexend Deca Light"/>
              <a:ea typeface="Lexend Deca Light"/>
              <a:cs typeface="Lexend Deca Light"/>
              <a:sym typeface="Lexend Deca Light"/>
            </a:endParaRPr>
          </a:p>
          <a:p>
            <a:pPr indent="-323850" lvl="0" marL="457200" rtl="0" algn="l">
              <a:lnSpc>
                <a:spcPct val="115000"/>
              </a:lnSpc>
              <a:spcBef>
                <a:spcPts val="1000"/>
              </a:spcBef>
              <a:spcAft>
                <a:spcPts val="0"/>
              </a:spcAft>
              <a:buClr>
                <a:schemeClr val="lt1"/>
              </a:buClr>
              <a:buSzPts val="1500"/>
              <a:buFont typeface="Lexend Deca Light"/>
              <a:buAutoNum type="arabicPeriod"/>
            </a:pPr>
            <a:r>
              <a:rPr lang="en" sz="1500">
                <a:solidFill>
                  <a:schemeClr val="lt1"/>
                </a:solidFill>
                <a:latin typeface="Lexend Deca Light"/>
                <a:ea typeface="Lexend Deca Light"/>
                <a:cs typeface="Lexend Deca Light"/>
                <a:sym typeface="Lexend Deca Light"/>
              </a:rPr>
              <a:t>We’ll know if customers are getting value from use cases by monitoring usage metrics and customer satisfaction scores (CSAT)</a:t>
            </a:r>
            <a:endParaRPr sz="1500">
              <a:solidFill>
                <a:schemeClr val="lt1"/>
              </a:solidFill>
              <a:latin typeface="Lexend Deca Light"/>
              <a:ea typeface="Lexend Deca Light"/>
              <a:cs typeface="Lexend Deca Light"/>
              <a:sym typeface="Lexend Deca Light"/>
            </a:endParaRPr>
          </a:p>
          <a:p>
            <a:pPr indent="0" lvl="0" marL="0" rtl="0" algn="l">
              <a:spcBef>
                <a:spcPts val="1000"/>
              </a:spcBef>
              <a:spcAft>
                <a:spcPts val="0"/>
              </a:spcAft>
              <a:buNone/>
            </a:pPr>
            <a:r>
              <a:t/>
            </a:r>
            <a:endParaRPr sz="1500">
              <a:solidFill>
                <a:schemeClr val="lt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500">
              <a:solidFill>
                <a:schemeClr val="lt1"/>
              </a:solidFill>
              <a:latin typeface="Lexend Deca Light"/>
              <a:ea typeface="Lexend Deca Light"/>
              <a:cs typeface="Lexend Deca Light"/>
              <a:sym typeface="Lexend Deca Light"/>
            </a:endParaRPr>
          </a:p>
        </p:txBody>
      </p:sp>
      <p:sp>
        <p:nvSpPr>
          <p:cNvPr id="1840" name="Google Shape;1840;p226"/>
          <p:cNvSpPr txBox="1"/>
          <p:nvPr>
            <p:ph idx="4294967295"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500">
                <a:solidFill>
                  <a:schemeClr val="lt1"/>
                </a:solidFill>
                <a:latin typeface="Lexend Deca"/>
                <a:ea typeface="Lexend Deca"/>
                <a:cs typeface="Lexend Deca"/>
                <a:sym typeface="Lexend Deca"/>
              </a:rPr>
              <a:t>Recap</a:t>
            </a:r>
            <a:endParaRPr sz="3500">
              <a:solidFill>
                <a:schemeClr val="lt1"/>
              </a:solidFill>
              <a:latin typeface="Lexend Deca"/>
              <a:ea typeface="Lexend Deca"/>
              <a:cs typeface="Lexend Deca"/>
              <a:sym typeface="Lexend Dec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4" name="Shape 1844"/>
        <p:cNvGrpSpPr/>
        <p:nvPr/>
      </p:nvGrpSpPr>
      <p:grpSpPr>
        <a:xfrm>
          <a:off x="0" y="0"/>
          <a:ext cx="0" cy="0"/>
          <a:chOff x="0" y="0"/>
          <a:chExt cx="0" cy="0"/>
        </a:xfrm>
      </p:grpSpPr>
      <p:sp>
        <p:nvSpPr>
          <p:cNvPr id="1845" name="Google Shape;1845;p227"/>
          <p:cNvSpPr txBox="1"/>
          <p:nvPr>
            <p:ph type="title"/>
          </p:nvPr>
        </p:nvSpPr>
        <p:spPr>
          <a:xfrm>
            <a:off x="3863175" y="1694399"/>
            <a:ext cx="4701000" cy="1231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What does this mean for Growth?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228"/>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200">
                <a:latin typeface="Lexend Deca"/>
                <a:ea typeface="Lexend Deca"/>
                <a:cs typeface="Lexend Deca"/>
                <a:sym typeface="Lexend Deca"/>
              </a:rPr>
              <a:t>Growth use case priorities</a:t>
            </a:r>
            <a:endParaRPr sz="4000">
              <a:latin typeface="Lexend Deca"/>
              <a:ea typeface="Lexend Deca"/>
              <a:cs typeface="Lexend Deca"/>
              <a:sym typeface="Lexend Deca"/>
            </a:endParaRPr>
          </a:p>
        </p:txBody>
      </p:sp>
      <p:graphicFrame>
        <p:nvGraphicFramePr>
          <p:cNvPr id="1851" name="Google Shape;1851;p228"/>
          <p:cNvGraphicFramePr/>
          <p:nvPr/>
        </p:nvGraphicFramePr>
        <p:xfrm>
          <a:off x="706013" y="1051138"/>
          <a:ext cx="3000000" cy="3000000"/>
        </p:xfrm>
        <a:graphic>
          <a:graphicData uri="http://schemas.openxmlformats.org/drawingml/2006/table">
            <a:tbl>
              <a:tblPr>
                <a:noFill/>
                <a:tableStyleId>{2956295A-284B-434D-9FE9-A0E4271B7B66}</a:tableStyleId>
              </a:tblPr>
              <a:tblGrid>
                <a:gridCol w="1550100"/>
                <a:gridCol w="2077875"/>
              </a:tblGrid>
              <a:tr h="2735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Hub</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Marketing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Generate leads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marketing</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Sales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Build pipeline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a:t>
                      </a:r>
                      <a:r>
                        <a:rPr lang="en" sz="1000">
                          <a:solidFill>
                            <a:schemeClr val="lt1"/>
                          </a:solidFill>
                          <a:latin typeface="Lexend Deca"/>
                          <a:ea typeface="Lexend Deca"/>
                          <a:cs typeface="Lexend Deca"/>
                          <a:sym typeface="Lexend Deca"/>
                        </a:rPr>
                        <a:t>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Service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Drive retention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516F90"/>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Content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Create content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M</a:t>
                      </a:r>
                      <a:r>
                        <a:rPr lang="en" sz="1000" strike="sngStrike">
                          <a:solidFill>
                            <a:schemeClr val="lt1"/>
                          </a:solidFill>
                          <a:latin typeface="Lexend Deca"/>
                          <a:ea typeface="Lexend Deca"/>
                          <a:cs typeface="Lexend Deca"/>
                          <a:sym typeface="Lexend Deca"/>
                        </a:rPr>
                        <a:t>anage content</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516F90"/>
                    </a:solidFill>
                  </a:tcPr>
                </a:tc>
              </a:tr>
              <a:tr h="273500">
                <a:tc rowSpan="2">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Operations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Activate data</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Manage data</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516F90"/>
                    </a:solidFill>
                  </a:tcPr>
                </a:tc>
              </a:tr>
              <a:tr h="273500">
                <a:tc rowSpan="2">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Commerce Hub</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Collect payments and subscriptions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2735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billing and invoicing</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bl>
          </a:graphicData>
        </a:graphic>
      </p:graphicFrame>
      <p:graphicFrame>
        <p:nvGraphicFramePr>
          <p:cNvPr id="1852" name="Google Shape;1852;p228"/>
          <p:cNvGraphicFramePr/>
          <p:nvPr/>
        </p:nvGraphicFramePr>
        <p:xfrm>
          <a:off x="4985463" y="2418638"/>
          <a:ext cx="3000000" cy="3000000"/>
        </p:xfrm>
        <a:graphic>
          <a:graphicData uri="http://schemas.openxmlformats.org/drawingml/2006/table">
            <a:tbl>
              <a:tblPr>
                <a:noFill/>
                <a:tableStyleId>{2956295A-284B-434D-9FE9-A0E4271B7B66}</a:tableStyleId>
              </a:tblPr>
              <a:tblGrid>
                <a:gridCol w="1566225"/>
                <a:gridCol w="2099525"/>
              </a:tblGrid>
              <a:tr h="2295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Connected ecosystem</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311975">
                <a:tc rowSpan="3">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Smart CRM</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Unified Customer Data</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vMerge="1"/>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Customer intelligence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vMerge="1"/>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Customization and extensibility</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Marketplace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Find integrations, templates and services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Academy</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Learn new skills, gain credentials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Network</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Join our community, grow your craft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bl>
          </a:graphicData>
        </a:graphic>
      </p:graphicFrame>
      <p:sp>
        <p:nvSpPr>
          <p:cNvPr id="1853" name="Google Shape;1853;p228"/>
          <p:cNvSpPr txBox="1"/>
          <p:nvPr>
            <p:ph type="title"/>
          </p:nvPr>
        </p:nvSpPr>
        <p:spPr>
          <a:xfrm>
            <a:off x="4985500" y="1051150"/>
            <a:ext cx="3665700" cy="13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latin typeface="Lexend Deca"/>
                <a:ea typeface="Lexend Deca"/>
                <a:cs typeface="Lexend Deca"/>
                <a:sym typeface="Lexend Deca"/>
              </a:rPr>
              <a:t>W</a:t>
            </a:r>
            <a:r>
              <a:rPr lang="en" sz="1300">
                <a:latin typeface="Lexend Deca"/>
                <a:ea typeface="Lexend Deca"/>
                <a:cs typeface="Lexend Deca"/>
                <a:sym typeface="Lexend Deca"/>
              </a:rPr>
              <a:t>e’ve </a:t>
            </a:r>
            <a:r>
              <a:rPr lang="en" sz="1300">
                <a:latin typeface="Lexend Deca"/>
                <a:ea typeface="Lexend Deca"/>
                <a:cs typeface="Lexend Deca"/>
                <a:sym typeface="Lexend Deca"/>
              </a:rPr>
              <a:t>prioritized the </a:t>
            </a:r>
            <a:r>
              <a:rPr lang="en" sz="1300">
                <a:latin typeface="Lexend Deca"/>
                <a:ea typeface="Lexend Deca"/>
                <a:cs typeface="Lexend Deca"/>
                <a:sym typeface="Lexend Deca"/>
              </a:rPr>
              <a:t>10</a:t>
            </a:r>
            <a:r>
              <a:rPr lang="en" sz="1300">
                <a:latin typeface="Lexend Deca"/>
                <a:ea typeface="Lexend Deca"/>
                <a:cs typeface="Lexend Deca"/>
                <a:sym typeface="Lexend Deca"/>
              </a:rPr>
              <a:t> use cases</a:t>
            </a:r>
            <a:r>
              <a:rPr lang="en" sz="1300">
                <a:latin typeface="Lexend Deca"/>
                <a:ea typeface="Lexend Deca"/>
                <a:cs typeface="Lexend Deca"/>
                <a:sym typeface="Lexend Deca"/>
              </a:rPr>
              <a:t> that are most relevant to</a:t>
            </a:r>
            <a:r>
              <a:rPr lang="en" sz="1300">
                <a:latin typeface="Lexend Deca"/>
                <a:ea typeface="Lexend Deca"/>
                <a:cs typeface="Lexend Deca"/>
                <a:sym typeface="Lexend Deca"/>
              </a:rPr>
              <a:t> our target audience of (mostly) Business Builders</a:t>
            </a:r>
            <a:r>
              <a:rPr lang="en" sz="1300">
                <a:solidFill>
                  <a:schemeClr val="dk1"/>
                </a:solidFill>
                <a:latin typeface="Lexend Deca"/>
                <a:ea typeface="Lexend Deca"/>
                <a:cs typeface="Lexend Deca"/>
                <a:sym typeface="Lexend Deca"/>
              </a:rPr>
              <a:t>.</a:t>
            </a:r>
            <a:br>
              <a:rPr lang="en" sz="1300">
                <a:solidFill>
                  <a:schemeClr val="dk1"/>
                </a:solidFill>
                <a:latin typeface="Lexend Deca"/>
                <a:ea typeface="Lexend Deca"/>
                <a:cs typeface="Lexend Deca"/>
                <a:sym typeface="Lexend Deca"/>
              </a:rPr>
            </a:br>
            <a:br>
              <a:rPr lang="en" sz="1300">
                <a:solidFill>
                  <a:schemeClr val="dk1"/>
                </a:solidFill>
                <a:latin typeface="Lexend Deca"/>
                <a:ea typeface="Lexend Deca"/>
                <a:cs typeface="Lexend Deca"/>
                <a:sym typeface="Lexend Deca"/>
              </a:rPr>
            </a:br>
            <a:r>
              <a:rPr lang="en" sz="1300">
                <a:solidFill>
                  <a:schemeClr val="dk1"/>
                </a:solidFill>
                <a:latin typeface="Lexend Deca"/>
                <a:ea typeface="Lexend Deca"/>
                <a:cs typeface="Lexend Deca"/>
                <a:sym typeface="Lexend Deca"/>
              </a:rPr>
              <a:t>We will focus these</a:t>
            </a:r>
            <a:r>
              <a:rPr lang="en" sz="1300">
                <a:latin typeface="Lexend Deca"/>
                <a:ea typeface="Lexend Deca"/>
                <a:cs typeface="Lexend Deca"/>
                <a:sym typeface="Lexend Deca"/>
              </a:rPr>
              <a:t> use cases</a:t>
            </a:r>
            <a:r>
              <a:rPr lang="en" sz="1300">
                <a:solidFill>
                  <a:schemeClr val="dk1"/>
                </a:solidFill>
                <a:latin typeface="Lexend Deca"/>
                <a:ea typeface="Lexend Deca"/>
                <a:cs typeface="Lexend Deca"/>
                <a:sym typeface="Lexend Deca"/>
              </a:rPr>
              <a:t> for our Free/Starter relaunch in 2024.</a:t>
            </a:r>
            <a:endParaRPr sz="1300">
              <a:solidFill>
                <a:schemeClr val="dk1"/>
              </a:solidFill>
              <a:latin typeface="Lexend Deca"/>
              <a:ea typeface="Lexend Deca"/>
              <a:cs typeface="Lexend Deca"/>
              <a:sym typeface="Lexend Deca"/>
            </a:endParaRPr>
          </a:p>
        </p:txBody>
      </p:sp>
      <p:graphicFrame>
        <p:nvGraphicFramePr>
          <p:cNvPr id="1854" name="Google Shape;1854;p228"/>
          <p:cNvGraphicFramePr/>
          <p:nvPr/>
        </p:nvGraphicFramePr>
        <p:xfrm>
          <a:off x="4985463" y="2418638"/>
          <a:ext cx="3000000" cy="3000000"/>
        </p:xfrm>
        <a:graphic>
          <a:graphicData uri="http://schemas.openxmlformats.org/drawingml/2006/table">
            <a:tbl>
              <a:tblPr>
                <a:noFill/>
                <a:tableStyleId>{2956295A-284B-434D-9FE9-A0E4271B7B66}</a:tableStyleId>
              </a:tblPr>
              <a:tblGrid>
                <a:gridCol w="1566225"/>
                <a:gridCol w="2099525"/>
              </a:tblGrid>
              <a:tr h="2295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E</a:t>
                      </a:r>
                      <a:r>
                        <a:rPr b="1" lang="en" sz="1000">
                          <a:solidFill>
                            <a:srgbClr val="FFFFFF"/>
                          </a:solidFill>
                          <a:latin typeface="Lexend Deca"/>
                          <a:ea typeface="Lexend Deca"/>
                          <a:cs typeface="Lexend Deca"/>
                          <a:sym typeface="Lexend Deca"/>
                        </a:rPr>
                        <a:t>cosystem</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311975">
                <a:tc rowSpan="3">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Smart CRM</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chemeClr val="dk1"/>
                    </a:solidFill>
                  </a:tcPr>
                </a:tc>
                <a:tc>
                  <a:txBody>
                    <a:bodyPr/>
                    <a:lstStyle/>
                    <a:p>
                      <a:pPr indent="0" lvl="0" marL="0" marR="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Unify customer profiles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chemeClr val="dk1"/>
                    </a:solidFill>
                  </a:tcPr>
                </a:tc>
              </a:tr>
              <a:tr h="311975">
                <a:tc vMerge="1"/>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Unify teams</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425B76"/>
                    </a:solidFill>
                  </a:tcPr>
                </a:tc>
              </a:tr>
              <a:tr h="311975">
                <a:tc vMerge="1"/>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Unify tech stack</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425B76"/>
                    </a:solidFill>
                  </a:tcPr>
                </a:tc>
              </a:tr>
              <a:tr h="311975">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Marketplace</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solidFill>
                      <a:srgbClr val="425B76"/>
                    </a:solidFill>
                  </a:tcPr>
                </a:tc>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Find integrations, templates and services</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425B76"/>
                    </a:solidFill>
                  </a:tcPr>
                </a:tc>
              </a:tr>
              <a:tr h="311975">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Academy</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solidFill>
                      <a:srgbClr val="425B76"/>
                    </a:solidFill>
                  </a:tcPr>
                </a:tc>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Learn new skills, gain credentials</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425B76"/>
                    </a:solidFill>
                  </a:tcPr>
                </a:tc>
              </a:tr>
              <a:tr h="311975">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Network</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solidFill>
                      <a:srgbClr val="425B76"/>
                    </a:solidFill>
                  </a:tcPr>
                </a:tc>
                <a:tc>
                  <a:txBody>
                    <a:bodyPr/>
                    <a:lstStyle/>
                    <a:p>
                      <a:pPr indent="0" lvl="0" marL="0" marR="0" rtl="0" algn="l">
                        <a:lnSpc>
                          <a:spcPct val="115000"/>
                        </a:lnSpc>
                        <a:spcBef>
                          <a:spcPts val="0"/>
                        </a:spcBef>
                        <a:spcAft>
                          <a:spcPts val="0"/>
                        </a:spcAft>
                        <a:buNone/>
                      </a:pPr>
                      <a:r>
                        <a:rPr lang="en" sz="1000" strike="sngStrike">
                          <a:solidFill>
                            <a:schemeClr val="lt1"/>
                          </a:solidFill>
                          <a:latin typeface="Lexend Deca"/>
                          <a:ea typeface="Lexend Deca"/>
                          <a:cs typeface="Lexend Deca"/>
                          <a:sym typeface="Lexend Deca"/>
                        </a:rPr>
                        <a:t>Join our community, grow your craft</a:t>
                      </a:r>
                      <a:endParaRPr sz="1000" strike="sngStrike">
                        <a:solidFill>
                          <a:schemeClr val="lt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425B76"/>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p229"/>
          <p:cNvSpPr txBox="1"/>
          <p:nvPr>
            <p:ph type="title"/>
          </p:nvPr>
        </p:nvSpPr>
        <p:spPr>
          <a:xfrm>
            <a:off x="580497" y="1841200"/>
            <a:ext cx="5775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Lexend Deca Light"/>
                <a:ea typeface="Lexend Deca Light"/>
                <a:cs typeface="Lexend Deca Light"/>
                <a:sym typeface="Lexend Deca Light"/>
              </a:rPr>
              <a:t>Use cases create a great opportunity for us to align our customer-facing </a:t>
            </a:r>
            <a:r>
              <a:rPr lang="en" sz="1800">
                <a:solidFill>
                  <a:schemeClr val="dk1"/>
                </a:solidFill>
                <a:latin typeface="Lexend Deca Light"/>
                <a:ea typeface="Lexend Deca Light"/>
                <a:cs typeface="Lexend Deca Light"/>
                <a:sym typeface="Lexend Deca Light"/>
              </a:rPr>
              <a:t>messaging</a:t>
            </a:r>
            <a:r>
              <a:rPr lang="en" sz="1800">
                <a:solidFill>
                  <a:schemeClr val="dk1"/>
                </a:solidFill>
                <a:latin typeface="Lexend Deca Light"/>
                <a:ea typeface="Lexend Deca Light"/>
                <a:cs typeface="Lexend Deca Light"/>
                <a:sym typeface="Lexend Deca Light"/>
              </a:rPr>
              <a:t> across all Growth touch points, such as:</a:t>
            </a:r>
            <a:endParaRPr sz="1400">
              <a:solidFill>
                <a:schemeClr val="dk1"/>
              </a:solidFill>
              <a:latin typeface="Lexend Deca Light"/>
              <a:ea typeface="Lexend Deca Light"/>
              <a:cs typeface="Lexend Deca Light"/>
              <a:sym typeface="Lexend Deca Light"/>
            </a:endParaRPr>
          </a:p>
        </p:txBody>
      </p:sp>
      <p:sp>
        <p:nvSpPr>
          <p:cNvPr id="1860" name="Google Shape;1860;p229"/>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solidFill>
                  <a:schemeClr val="dk1"/>
                </a:solidFill>
                <a:latin typeface="Lexend Deca"/>
                <a:ea typeface="Lexend Deca"/>
                <a:cs typeface="Lexend Deca"/>
                <a:sym typeface="Lexend Deca"/>
              </a:rPr>
              <a:t>What Growth projects </a:t>
            </a:r>
            <a:br>
              <a:rPr lang="en" sz="4000">
                <a:solidFill>
                  <a:schemeClr val="dk1"/>
                </a:solidFill>
                <a:latin typeface="Lexend Deca"/>
                <a:ea typeface="Lexend Deca"/>
                <a:cs typeface="Lexend Deca"/>
                <a:sym typeface="Lexend Deca"/>
              </a:rPr>
            </a:br>
            <a:r>
              <a:rPr lang="en" sz="4000">
                <a:solidFill>
                  <a:schemeClr val="dk1"/>
                </a:solidFill>
                <a:latin typeface="Lexend Deca"/>
                <a:ea typeface="Lexend Deca"/>
                <a:cs typeface="Lexend Deca"/>
                <a:sym typeface="Lexend Deca"/>
              </a:rPr>
              <a:t>could use cases affect?</a:t>
            </a:r>
            <a:endParaRPr sz="4000">
              <a:solidFill>
                <a:schemeClr val="dk1"/>
              </a:solidFill>
              <a:latin typeface="Lexend Deca"/>
              <a:ea typeface="Lexend Deca"/>
              <a:cs typeface="Lexend Deca"/>
              <a:sym typeface="Lexend Deca"/>
            </a:endParaRPr>
          </a:p>
        </p:txBody>
      </p:sp>
      <p:sp>
        <p:nvSpPr>
          <p:cNvPr id="1861" name="Google Shape;1861;p229"/>
          <p:cNvSpPr txBox="1"/>
          <p:nvPr>
            <p:ph type="title"/>
          </p:nvPr>
        </p:nvSpPr>
        <p:spPr>
          <a:xfrm>
            <a:off x="616150" y="2963300"/>
            <a:ext cx="2852100" cy="7851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Marketing channels: HubSpot.com, Google Ads, TV ads, billboards</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Signup</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Microapps</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Playbooks</a:t>
            </a:r>
            <a:endParaRPr sz="1800">
              <a:solidFill>
                <a:schemeClr val="dk1"/>
              </a:solidFill>
              <a:latin typeface="Lexend Deca Light"/>
              <a:ea typeface="Lexend Deca Light"/>
              <a:cs typeface="Lexend Deca Light"/>
              <a:sym typeface="Lexend Deca Light"/>
            </a:endParaRPr>
          </a:p>
        </p:txBody>
      </p:sp>
      <p:sp>
        <p:nvSpPr>
          <p:cNvPr id="1862" name="Google Shape;1862;p229"/>
          <p:cNvSpPr txBox="1"/>
          <p:nvPr>
            <p:ph type="title"/>
          </p:nvPr>
        </p:nvSpPr>
        <p:spPr>
          <a:xfrm>
            <a:off x="3468059" y="2963300"/>
            <a:ext cx="2852100" cy="7851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CRM Templates and pre-configured accounts</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User guides</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Adoption Delivery System</a:t>
            </a:r>
            <a:endParaRPr sz="1400">
              <a:solidFill>
                <a:schemeClr val="dk1"/>
              </a:solidFill>
              <a:latin typeface="Lexend Deca Light"/>
              <a:ea typeface="Lexend Deca Light"/>
              <a:cs typeface="Lexend Deca Light"/>
              <a:sym typeface="Lexend Deca Light"/>
            </a:endParaRPr>
          </a:p>
          <a:p>
            <a:pPr indent="-317500" lvl="0" marL="457200" rtl="0" algn="l">
              <a:lnSpc>
                <a:spcPct val="115000"/>
              </a:lnSpc>
              <a:spcBef>
                <a:spcPts val="0"/>
              </a:spcBef>
              <a:spcAft>
                <a:spcPts val="0"/>
              </a:spcAft>
              <a:buClr>
                <a:schemeClr val="dk1"/>
              </a:buClr>
              <a:buSzPts val="1400"/>
              <a:buFont typeface="Lexend Deca Light"/>
              <a:buChar char="●"/>
            </a:pPr>
            <a:r>
              <a:rPr lang="en" sz="1400">
                <a:solidFill>
                  <a:schemeClr val="dk1"/>
                </a:solidFill>
                <a:latin typeface="Lexend Deca Light"/>
                <a:ea typeface="Lexend Deca Light"/>
                <a:cs typeface="Lexend Deca Light"/>
                <a:sym typeface="Lexend Deca Light"/>
              </a:rPr>
              <a:t>Product-Led Growth</a:t>
            </a:r>
            <a:endParaRPr sz="1800">
              <a:solidFill>
                <a:schemeClr val="dk1"/>
              </a:solidFill>
              <a:latin typeface="Lexend Deca Light"/>
              <a:ea typeface="Lexend Deca Light"/>
              <a:cs typeface="Lexend Deca Light"/>
              <a:sym typeface="Lexend Deca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sp>
        <p:nvSpPr>
          <p:cNvPr id="1867" name="Google Shape;1867;p230"/>
          <p:cNvSpPr txBox="1"/>
          <p:nvPr>
            <p:ph type="title"/>
          </p:nvPr>
        </p:nvSpPr>
        <p:spPr>
          <a:xfrm>
            <a:off x="668225" y="1639025"/>
            <a:ext cx="5169300" cy="29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Lexend Deca"/>
                <a:ea typeface="Lexend Deca"/>
                <a:cs typeface="Lexend Deca"/>
                <a:sym typeface="Lexend Deca"/>
              </a:rPr>
              <a:t>W</a:t>
            </a:r>
            <a:r>
              <a:rPr b="1" lang="en" sz="1600">
                <a:solidFill>
                  <a:schemeClr val="dk1"/>
                </a:solidFill>
                <a:latin typeface="Lexend Deca"/>
                <a:ea typeface="Lexend Deca"/>
                <a:cs typeface="Lexend Deca"/>
                <a:sym typeface="Lexend Deca"/>
              </a:rPr>
              <a:t>e need to quickly and clearly show how HubSpot will add value for users.</a:t>
            </a:r>
            <a:endParaRPr b="1" sz="16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6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lang="en" sz="1600">
                <a:solidFill>
                  <a:schemeClr val="dk1"/>
                </a:solidFill>
                <a:latin typeface="Lexend Deca Light"/>
                <a:ea typeface="Lexend Deca Light"/>
                <a:cs typeface="Lexend Deca Light"/>
                <a:sym typeface="Lexend Deca Light"/>
              </a:rPr>
              <a:t>We’ll drive usage by clearly communicating how we’re going to solve for the customer and why that’s important to them.</a:t>
            </a:r>
            <a:r>
              <a:rPr lang="en" sz="1600">
                <a:solidFill>
                  <a:schemeClr val="dk1"/>
                </a:solidFill>
                <a:latin typeface="Lexend Deca Light"/>
                <a:ea typeface="Lexend Deca Light"/>
                <a:cs typeface="Lexend Deca Light"/>
                <a:sym typeface="Lexend Deca Light"/>
              </a:rPr>
              <a:t> </a:t>
            </a:r>
            <a:br>
              <a:rPr lang="en" sz="1600">
                <a:solidFill>
                  <a:schemeClr val="dk1"/>
                </a:solidFill>
                <a:latin typeface="Lexend Deca Light"/>
                <a:ea typeface="Lexend Deca Light"/>
                <a:cs typeface="Lexend Deca Light"/>
                <a:sym typeface="Lexend Deca Light"/>
              </a:rPr>
            </a:br>
            <a:br>
              <a:rPr lang="en" sz="1600">
                <a:solidFill>
                  <a:schemeClr val="dk1"/>
                </a:solidFill>
                <a:latin typeface="Lexend Deca Light"/>
                <a:ea typeface="Lexend Deca Light"/>
                <a:cs typeface="Lexend Deca Light"/>
                <a:sym typeface="Lexend Deca Light"/>
              </a:rPr>
            </a:br>
            <a:r>
              <a:rPr lang="en" sz="1600">
                <a:solidFill>
                  <a:schemeClr val="dk1"/>
                </a:solidFill>
                <a:latin typeface="Lexend Deca Light"/>
                <a:ea typeface="Lexend Deca Light"/>
                <a:cs typeface="Lexend Deca Light"/>
                <a:sym typeface="Lexend Deca Light"/>
              </a:rPr>
              <a:t>By using language that has been designed, tested and iterated, we can be confident we’re using messaging that impacts customer behaviour.</a:t>
            </a:r>
            <a:endParaRPr sz="1600">
              <a:solidFill>
                <a:schemeClr val="dk1"/>
              </a:solidFill>
              <a:latin typeface="Lexend Deca Light"/>
              <a:ea typeface="Lexend Deca Light"/>
              <a:cs typeface="Lexend Deca Light"/>
              <a:sym typeface="Lexend Deca Light"/>
            </a:endParaRPr>
          </a:p>
        </p:txBody>
      </p:sp>
      <p:sp>
        <p:nvSpPr>
          <p:cNvPr id="1868" name="Google Shape;1868;p230"/>
          <p:cNvSpPr txBox="1"/>
          <p:nvPr>
            <p:ph type="title"/>
          </p:nvPr>
        </p:nvSpPr>
        <p:spPr>
          <a:xfrm>
            <a:off x="668225" y="367400"/>
            <a:ext cx="56919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900">
                <a:solidFill>
                  <a:schemeClr val="dk1"/>
                </a:solidFill>
                <a:latin typeface="Lexend Deca"/>
                <a:ea typeface="Lexend Deca"/>
                <a:cs typeface="Lexend Deca"/>
                <a:sym typeface="Lexend Deca"/>
              </a:rPr>
              <a:t>Why do we need consistent customer-facing language?</a:t>
            </a:r>
            <a:endParaRPr sz="2900">
              <a:solidFill>
                <a:schemeClr val="dk1"/>
              </a:solidFill>
              <a:latin typeface="Lexend Deca"/>
              <a:ea typeface="Lexend Deca"/>
              <a:cs typeface="Lexend Deca"/>
              <a:sym typeface="Lexend Dec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231"/>
          <p:cNvSpPr txBox="1"/>
          <p:nvPr>
            <p:ph type="title"/>
          </p:nvPr>
        </p:nvSpPr>
        <p:spPr>
          <a:xfrm>
            <a:off x="668225" y="1639025"/>
            <a:ext cx="5169300" cy="31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Deca Light"/>
                <a:ea typeface="Lexend Deca Light"/>
                <a:cs typeface="Lexend Deca Light"/>
                <a:sym typeface="Lexend Deca Light"/>
              </a:rPr>
              <a:t>Consistency will help us reassure customers that they’re on the right path as they progress through signup, onboarding, using features, and upgrading.</a:t>
            </a:r>
            <a:br>
              <a:rPr lang="en" sz="1600">
                <a:solidFill>
                  <a:schemeClr val="dk1"/>
                </a:solidFill>
                <a:latin typeface="Lexend Deca Light"/>
                <a:ea typeface="Lexend Deca Light"/>
                <a:cs typeface="Lexend Deca Light"/>
                <a:sym typeface="Lexend Deca Light"/>
              </a:rPr>
            </a:br>
            <a:endParaRPr sz="16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lang="en" sz="1600">
                <a:solidFill>
                  <a:schemeClr val="dk1"/>
                </a:solidFill>
                <a:latin typeface="Lexend Deca Light"/>
                <a:ea typeface="Lexend Deca Light"/>
                <a:cs typeface="Lexend Deca Light"/>
                <a:sym typeface="Lexend Deca Light"/>
              </a:rPr>
              <a:t>It’s extra important that we follow this consistent thread through to the </a:t>
            </a:r>
            <a:r>
              <a:rPr lang="en" sz="1600">
                <a:solidFill>
                  <a:schemeClr val="dk1"/>
                </a:solidFill>
                <a:latin typeface="Lexend Deca Light"/>
                <a:ea typeface="Lexend Deca Light"/>
                <a:cs typeface="Lexend Deca Light"/>
                <a:sym typeface="Lexend Deca Light"/>
              </a:rPr>
              <a:t>CSAT questions</a:t>
            </a:r>
            <a:r>
              <a:rPr lang="en" sz="1600">
                <a:solidFill>
                  <a:schemeClr val="dk1"/>
                </a:solidFill>
                <a:latin typeface="Lexend Deca Light"/>
                <a:ea typeface="Lexend Deca Light"/>
                <a:cs typeface="Lexend Deca Light"/>
                <a:sym typeface="Lexend Deca Light"/>
              </a:rPr>
              <a:t> we ask - we need to be confident that users are clear which use cases they’re providing feedback about. This will give us more confidence in our product data.</a:t>
            </a:r>
            <a:endParaRPr b="1" sz="1600">
              <a:solidFill>
                <a:schemeClr val="dk1"/>
              </a:solidFill>
              <a:latin typeface="Lexend Deca"/>
              <a:ea typeface="Lexend Deca"/>
              <a:cs typeface="Lexend Deca"/>
              <a:sym typeface="Lexend Deca"/>
            </a:endParaRPr>
          </a:p>
        </p:txBody>
      </p:sp>
      <p:sp>
        <p:nvSpPr>
          <p:cNvPr id="1874" name="Google Shape;1874;p231"/>
          <p:cNvSpPr txBox="1"/>
          <p:nvPr>
            <p:ph type="title"/>
          </p:nvPr>
        </p:nvSpPr>
        <p:spPr>
          <a:xfrm>
            <a:off x="668225" y="367400"/>
            <a:ext cx="56919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900">
                <a:solidFill>
                  <a:schemeClr val="dk1"/>
                </a:solidFill>
                <a:latin typeface="Lexend Deca"/>
                <a:ea typeface="Lexend Deca"/>
                <a:cs typeface="Lexend Deca"/>
                <a:sym typeface="Lexend Deca"/>
              </a:rPr>
              <a:t>Why do we need consistent customer-facing language?</a:t>
            </a:r>
            <a:endParaRPr sz="2900">
              <a:solidFill>
                <a:schemeClr val="dk1"/>
              </a:solidFill>
              <a:latin typeface="Lexend Deca"/>
              <a:ea typeface="Lexend Deca"/>
              <a:cs typeface="Lexend Deca"/>
              <a:sym typeface="Lexend Dec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232"/>
          <p:cNvSpPr txBox="1"/>
          <p:nvPr>
            <p:ph type="title"/>
          </p:nvPr>
        </p:nvSpPr>
        <p:spPr>
          <a:xfrm>
            <a:off x="3863175" y="1908088"/>
            <a:ext cx="4701000" cy="1231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Grouping and framing use cases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graphicFrame>
        <p:nvGraphicFramePr>
          <p:cNvPr id="1884" name="Google Shape;1884;p233"/>
          <p:cNvGraphicFramePr/>
          <p:nvPr/>
        </p:nvGraphicFramePr>
        <p:xfrm>
          <a:off x="254600" y="1051138"/>
          <a:ext cx="3000000" cy="3000000"/>
        </p:xfrm>
        <a:graphic>
          <a:graphicData uri="http://schemas.openxmlformats.org/drawingml/2006/table">
            <a:tbl>
              <a:tblPr>
                <a:noFill/>
                <a:tableStyleId>{2956295A-284B-434D-9FE9-A0E4271B7B66}</a:tableStyleId>
              </a:tblPr>
              <a:tblGrid>
                <a:gridCol w="1072400"/>
                <a:gridCol w="1264125"/>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Positioning pillar</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371000">
                <a:tc rowSpan="2">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Find and build your audience</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Activate data</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rowSpan="5">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Grow sales and get paid faster</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rowSpan="3">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Understand and organize your customer data</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Build pipeline</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Close Deals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Scale support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bl>
          </a:graphicData>
        </a:graphic>
      </p:graphicFrame>
      <p:sp>
        <p:nvSpPr>
          <p:cNvPr id="1885" name="Google Shape;1885;p233"/>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1886" name="Google Shape;1886;p233"/>
          <p:cNvSpPr txBox="1"/>
          <p:nvPr/>
        </p:nvSpPr>
        <p:spPr>
          <a:xfrm>
            <a:off x="3857450" y="1004825"/>
            <a:ext cx="4074900" cy="378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Lexend Deca"/>
                <a:ea typeface="Lexend Deca"/>
                <a:cs typeface="Lexend Deca"/>
                <a:sym typeface="Lexend Deca"/>
              </a:rPr>
              <a:t>Let’s zoom into</a:t>
            </a:r>
            <a:r>
              <a:rPr lang="en" sz="2300">
                <a:solidFill>
                  <a:schemeClr val="lt1"/>
                </a:solidFill>
                <a:latin typeface="Lexend Deca"/>
                <a:ea typeface="Lexend Deca"/>
                <a:cs typeface="Lexend Deca"/>
                <a:sym typeface="Lexend Deca"/>
              </a:rPr>
              <a:t> those </a:t>
            </a:r>
            <a:r>
              <a:rPr lang="en" sz="2300">
                <a:solidFill>
                  <a:schemeClr val="lt1"/>
                </a:solidFill>
                <a:latin typeface="Lexend Deca"/>
                <a:ea typeface="Lexend Deca"/>
                <a:cs typeface="Lexend Deca"/>
                <a:sym typeface="Lexend Deca"/>
              </a:rPr>
              <a:t>prioritized use cases</a:t>
            </a:r>
            <a:r>
              <a:rPr lang="en" sz="2300">
                <a:solidFill>
                  <a:schemeClr val="lt1"/>
                </a:solidFill>
                <a:latin typeface="Lexend Deca"/>
                <a:ea typeface="Lexend Deca"/>
                <a:cs typeface="Lexend Deca"/>
                <a:sym typeface="Lexend Deca"/>
              </a:rPr>
              <a:t> we’re focusing on for the Free/Starter Relaunch in 2024.</a:t>
            </a:r>
            <a:br>
              <a:rPr lang="en" sz="2300">
                <a:solidFill>
                  <a:schemeClr val="lt1"/>
                </a:solidFill>
                <a:latin typeface="Lexend Deca"/>
                <a:ea typeface="Lexend Deca"/>
                <a:cs typeface="Lexend Deca"/>
                <a:sym typeface="Lexend Deca"/>
              </a:rPr>
            </a:br>
            <a:br>
              <a:rPr lang="en" sz="2300">
                <a:solidFill>
                  <a:schemeClr val="lt1"/>
                </a:solidFill>
                <a:latin typeface="Lexend Deca"/>
                <a:ea typeface="Lexend Deca"/>
                <a:cs typeface="Lexend Deca"/>
                <a:sym typeface="Lexend Deca"/>
              </a:rPr>
            </a:br>
            <a:br>
              <a:rPr lang="en" sz="2300">
                <a:solidFill>
                  <a:schemeClr val="lt1"/>
                </a:solidFill>
                <a:latin typeface="Lexend Deca"/>
                <a:ea typeface="Lexend Deca"/>
                <a:cs typeface="Lexend Deca"/>
                <a:sym typeface="Lexend Deca"/>
              </a:rPr>
            </a:br>
            <a:r>
              <a:rPr lang="en" sz="900">
                <a:solidFill>
                  <a:schemeClr val="lt1"/>
                </a:solidFill>
                <a:latin typeface="Lexend Deca"/>
                <a:ea typeface="Lexend Deca"/>
                <a:cs typeface="Lexend Deca"/>
                <a:sym typeface="Lexend Deca"/>
              </a:rPr>
              <a:t>Note: there is still some movement around specific use cases as teams do their own planning to work on use cases - specific focus will be finalised soon. </a:t>
            </a:r>
            <a:endParaRPr sz="900">
              <a:solidFill>
                <a:schemeClr val="lt1"/>
              </a:solidFill>
              <a:latin typeface="Lexend Deca"/>
              <a:ea typeface="Lexend Deca"/>
              <a:cs typeface="Lexend Deca"/>
              <a:sym typeface="Lexend Deca"/>
            </a:endParaRPr>
          </a:p>
        </p:txBody>
      </p:sp>
      <p:sp>
        <p:nvSpPr>
          <p:cNvPr id="1887" name="Google Shape;1887;p233"/>
          <p:cNvSpPr/>
          <p:nvPr/>
        </p:nvSpPr>
        <p:spPr>
          <a:xfrm>
            <a:off x="219700" y="973475"/>
            <a:ext cx="1107300" cy="4138800"/>
          </a:xfrm>
          <a:prstGeom prst="rect">
            <a:avLst/>
          </a:prstGeom>
          <a:solidFill>
            <a:srgbClr val="223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234"/>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1893" name="Google Shape;1893;p234"/>
          <p:cNvSpPr txBox="1"/>
          <p:nvPr/>
        </p:nvSpPr>
        <p:spPr>
          <a:xfrm>
            <a:off x="317400" y="635650"/>
            <a:ext cx="76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Lexend Deca"/>
              <a:ea typeface="Lexend Deca"/>
              <a:cs typeface="Lexend Deca"/>
              <a:sym typeface="Lexend Deca"/>
            </a:endParaRPr>
          </a:p>
        </p:txBody>
      </p:sp>
      <p:sp>
        <p:nvSpPr>
          <p:cNvPr id="1894" name="Google Shape;1894;p234"/>
          <p:cNvSpPr txBox="1"/>
          <p:nvPr/>
        </p:nvSpPr>
        <p:spPr>
          <a:xfrm>
            <a:off x="3789050" y="999425"/>
            <a:ext cx="4074900" cy="374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900">
                <a:solidFill>
                  <a:schemeClr val="lt1"/>
                </a:solidFill>
                <a:latin typeface="Lexend Deca"/>
                <a:ea typeface="Lexend Deca"/>
                <a:cs typeface="Lexend Deca"/>
                <a:sym typeface="Lexend Deca"/>
              </a:rPr>
              <a:t>The </a:t>
            </a:r>
            <a:r>
              <a:rPr lang="en" sz="1900">
                <a:solidFill>
                  <a:schemeClr val="lt1"/>
                </a:solidFill>
                <a:latin typeface="Lexend Deca"/>
                <a:ea typeface="Lexend Deca"/>
                <a:cs typeface="Lexend Deca"/>
                <a:sym typeface="Lexend Deca"/>
              </a:rPr>
              <a:t>labels</a:t>
            </a:r>
            <a:r>
              <a:rPr lang="en" sz="1900">
                <a:solidFill>
                  <a:schemeClr val="lt1"/>
                </a:solidFill>
                <a:latin typeface="Lexend Deca"/>
                <a:ea typeface="Lexend Deca"/>
                <a:cs typeface="Lexend Deca"/>
                <a:sym typeface="Lexend Deca"/>
              </a:rPr>
              <a:t> we’re using for each use case reflect the way that we think about these features, </a:t>
            </a:r>
            <a:r>
              <a:rPr i="1" lang="en" sz="1900">
                <a:solidFill>
                  <a:schemeClr val="lt1"/>
                </a:solidFill>
                <a:latin typeface="Lexend Deca"/>
                <a:ea typeface="Lexend Deca"/>
                <a:cs typeface="Lexend Deca"/>
                <a:sym typeface="Lexend Deca"/>
              </a:rPr>
              <a:t>inside HubSpot</a:t>
            </a:r>
            <a:r>
              <a:rPr lang="en" sz="1900">
                <a:solidFill>
                  <a:schemeClr val="lt1"/>
                </a:solidFill>
                <a:latin typeface="Lexend Deca"/>
                <a:ea typeface="Lexend Deca"/>
                <a:cs typeface="Lexend Deca"/>
                <a:sym typeface="Lexend Deca"/>
              </a:rPr>
              <a:t>.</a:t>
            </a:r>
            <a:br>
              <a:rPr lang="en" sz="1900">
                <a:solidFill>
                  <a:schemeClr val="lt1"/>
                </a:solidFill>
                <a:latin typeface="Lexend Deca"/>
                <a:ea typeface="Lexend Deca"/>
                <a:cs typeface="Lexend Deca"/>
                <a:sym typeface="Lexend Deca"/>
              </a:rPr>
            </a:br>
            <a:br>
              <a:rPr lang="en" sz="1900">
                <a:solidFill>
                  <a:schemeClr val="lt1"/>
                </a:solidFill>
                <a:latin typeface="Lexend Deca"/>
                <a:ea typeface="Lexend Deca"/>
                <a:cs typeface="Lexend Deca"/>
                <a:sym typeface="Lexend Deca"/>
              </a:rPr>
            </a:br>
            <a:r>
              <a:rPr lang="en" sz="1900">
                <a:solidFill>
                  <a:schemeClr val="lt1"/>
                </a:solidFill>
                <a:latin typeface="Lexend Deca"/>
                <a:ea typeface="Lexend Deca"/>
                <a:cs typeface="Lexend Deca"/>
                <a:sym typeface="Lexend Deca"/>
              </a:rPr>
              <a:t>They don’t necessarily reflect the concepts and requirements of the business builders we’re targeting in Growth.</a:t>
            </a:r>
            <a:endParaRPr sz="2700">
              <a:solidFill>
                <a:schemeClr val="lt1"/>
              </a:solidFill>
              <a:latin typeface="Lexend Deca"/>
              <a:ea typeface="Lexend Deca"/>
              <a:cs typeface="Lexend Deca"/>
              <a:sym typeface="Lexend Deca"/>
            </a:endParaRPr>
          </a:p>
        </p:txBody>
      </p:sp>
      <p:sp>
        <p:nvSpPr>
          <p:cNvPr id="1895" name="Google Shape;1895;p234"/>
          <p:cNvSpPr txBox="1"/>
          <p:nvPr/>
        </p:nvSpPr>
        <p:spPr>
          <a:xfrm>
            <a:off x="254600" y="520150"/>
            <a:ext cx="845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chemeClr val="lt1"/>
              </a:solidFill>
              <a:latin typeface="Lexend Deca"/>
              <a:ea typeface="Lexend Deca"/>
              <a:cs typeface="Lexend Deca"/>
              <a:sym typeface="Lexend Deca"/>
            </a:endParaRPr>
          </a:p>
        </p:txBody>
      </p:sp>
      <p:graphicFrame>
        <p:nvGraphicFramePr>
          <p:cNvPr id="1896" name="Google Shape;1896;p234"/>
          <p:cNvGraphicFramePr/>
          <p:nvPr/>
        </p:nvGraphicFramePr>
        <p:xfrm>
          <a:off x="254600" y="1051138"/>
          <a:ext cx="3000000" cy="3000000"/>
        </p:xfrm>
        <a:graphic>
          <a:graphicData uri="http://schemas.openxmlformats.org/drawingml/2006/table">
            <a:tbl>
              <a:tblPr>
                <a:noFill/>
                <a:tableStyleId>{2956295A-284B-434D-9FE9-A0E4271B7B66}</a:tableStyleId>
              </a:tblPr>
              <a:tblGrid>
                <a:gridCol w="1072400"/>
                <a:gridCol w="1264125"/>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Positioning pillar</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r>
              <a:tr h="371000">
                <a:tc rowSpan="2">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Find and build your audience</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Activate data</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rowSpan="5">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Grow sales and get paid faster</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241850">
                <a:tc rowSpan="3">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Understand and organize your customer data</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Build pipeline</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Close Deals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Scale support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r>
            </a:tbl>
          </a:graphicData>
        </a:graphic>
      </p:graphicFrame>
      <p:sp>
        <p:nvSpPr>
          <p:cNvPr id="1897" name="Google Shape;1897;p234"/>
          <p:cNvSpPr/>
          <p:nvPr/>
        </p:nvSpPr>
        <p:spPr>
          <a:xfrm>
            <a:off x="219800" y="1004825"/>
            <a:ext cx="1107300" cy="4138800"/>
          </a:xfrm>
          <a:prstGeom prst="rect">
            <a:avLst/>
          </a:prstGeom>
          <a:solidFill>
            <a:srgbClr val="223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235"/>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1903" name="Google Shape;1903;p235"/>
          <p:cNvSpPr txBox="1"/>
          <p:nvPr/>
        </p:nvSpPr>
        <p:spPr>
          <a:xfrm>
            <a:off x="317400" y="635650"/>
            <a:ext cx="76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Lexend Deca"/>
              <a:ea typeface="Lexend Deca"/>
              <a:cs typeface="Lexend Deca"/>
              <a:sym typeface="Lexend Deca"/>
            </a:endParaRPr>
          </a:p>
        </p:txBody>
      </p:sp>
      <p:sp>
        <p:nvSpPr>
          <p:cNvPr id="1904" name="Google Shape;1904;p235"/>
          <p:cNvSpPr txBox="1"/>
          <p:nvPr/>
        </p:nvSpPr>
        <p:spPr>
          <a:xfrm>
            <a:off x="254600" y="520150"/>
            <a:ext cx="845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Lexend Deca"/>
                <a:ea typeface="Lexend Deca"/>
                <a:cs typeface="Lexend Deca"/>
                <a:sym typeface="Lexend Deca"/>
              </a:rPr>
              <a:t>Copy snippets for Business Builders</a:t>
            </a:r>
            <a:endParaRPr sz="2400">
              <a:solidFill>
                <a:schemeClr val="lt1"/>
              </a:solidFill>
              <a:latin typeface="Lexend Deca"/>
              <a:ea typeface="Lexend Deca"/>
              <a:cs typeface="Lexend Deca"/>
              <a:sym typeface="Lexend Deca"/>
            </a:endParaRPr>
          </a:p>
        </p:txBody>
      </p:sp>
      <p:graphicFrame>
        <p:nvGraphicFramePr>
          <p:cNvPr id="1905" name="Google Shape;1905;p235"/>
          <p:cNvGraphicFramePr/>
          <p:nvPr/>
        </p:nvGraphicFramePr>
        <p:xfrm>
          <a:off x="254600" y="1051138"/>
          <a:ext cx="3000000" cy="3000000"/>
        </p:xfrm>
        <a:graphic>
          <a:graphicData uri="http://schemas.openxmlformats.org/drawingml/2006/table">
            <a:tbl>
              <a:tblPr>
                <a:noFill/>
                <a:tableStyleId>{2956295A-284B-434D-9FE9-A0E4271B7B66}</a:tableStyleId>
              </a:tblPr>
              <a:tblGrid>
                <a:gridCol w="1058250"/>
                <a:gridCol w="1285500"/>
                <a:gridCol w="3095200"/>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Positioning pillar</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Copy snippets</a:t>
                      </a:r>
                      <a:r>
                        <a:rPr b="1" lang="en" sz="1000">
                          <a:solidFill>
                            <a:srgbClr val="FFFFFF"/>
                          </a:solidFill>
                          <a:latin typeface="Lexend Deca"/>
                          <a:ea typeface="Lexend Deca"/>
                          <a:cs typeface="Lexend Deca"/>
                          <a:sym typeface="Lexend Deca"/>
                        </a:rPr>
                        <a:t> </a:t>
                      </a:r>
                      <a:r>
                        <a:rPr b="1" lang="en" sz="1000">
                          <a:solidFill>
                            <a:srgbClr val="FFFFFF"/>
                          </a:solidFill>
                          <a:latin typeface="Lexend Deca"/>
                          <a:ea typeface="Lexend Deca"/>
                          <a:cs typeface="Lexend Deca"/>
                          <a:sym typeface="Lexend Deca"/>
                        </a:rPr>
                        <a:t>for</a:t>
                      </a:r>
                      <a:r>
                        <a:rPr b="1" lang="en" sz="1000">
                          <a:solidFill>
                            <a:srgbClr val="FFFFFF"/>
                          </a:solidFill>
                          <a:latin typeface="Lexend Deca"/>
                          <a:ea typeface="Lexend Deca"/>
                          <a:cs typeface="Lexend Deca"/>
                          <a:sym typeface="Lexend Deca"/>
                        </a:rPr>
                        <a:t> </a:t>
                      </a:r>
                      <a:r>
                        <a:rPr b="1" lang="en" sz="1000">
                          <a:solidFill>
                            <a:srgbClr val="FFFFFF"/>
                          </a:solidFill>
                          <a:latin typeface="Lexend Deca"/>
                          <a:ea typeface="Lexend Deca"/>
                          <a:cs typeface="Lexend Deca"/>
                          <a:sym typeface="Lexend Deca"/>
                        </a:rPr>
                        <a:t>Business Builder</a:t>
                      </a:r>
                      <a:r>
                        <a:rPr b="1" lang="en" sz="1000">
                          <a:solidFill>
                            <a:srgbClr val="FFFFFF"/>
                          </a:solidFill>
                          <a:latin typeface="Lexend Deca"/>
                          <a:ea typeface="Lexend Deca"/>
                          <a:cs typeface="Lexend Deca"/>
                          <a:sym typeface="Lexend Deca"/>
                        </a:rPr>
                        <a:t>s</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r>
              <a:tr h="371000">
                <a:tc rowSpan="2">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Find and build your audience</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Organize and track contacts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Activate data</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business reporting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rowSpan="5">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Grow sales and get paid faster</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D0E0E3"/>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Attract and convert customers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Get paid faster</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24185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Simplify customer billing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231425">
                <a:tc rowSpan="3">
                  <a:txBody>
                    <a:bodyPr/>
                    <a:lstStyle/>
                    <a:p>
                      <a:pPr indent="0" lvl="0" marL="0" rtl="0" algn="l">
                        <a:lnSpc>
                          <a:spcPct val="115000"/>
                        </a:lnSpc>
                        <a:spcBef>
                          <a:spcPts val="0"/>
                        </a:spcBef>
                        <a:spcAft>
                          <a:spcPts val="0"/>
                        </a:spcAft>
                        <a:buNone/>
                      </a:pPr>
                      <a:r>
                        <a:rPr b="1" lang="en" sz="1000">
                          <a:solidFill>
                            <a:srgbClr val="213343"/>
                          </a:solidFill>
                          <a:latin typeface="Lexend Deca"/>
                          <a:ea typeface="Lexend Deca"/>
                          <a:cs typeface="Lexend Deca"/>
                          <a:sym typeface="Lexend Deca"/>
                        </a:rPr>
                        <a:t>Understand and organize your customer data</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FCE5CD"/>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Build pipeline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Develop promising leads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more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customer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bl>
          </a:graphicData>
        </a:graphic>
      </p:graphicFrame>
      <p:sp>
        <p:nvSpPr>
          <p:cNvPr id="1906" name="Google Shape;1906;p235"/>
          <p:cNvSpPr txBox="1"/>
          <p:nvPr/>
        </p:nvSpPr>
        <p:spPr>
          <a:xfrm>
            <a:off x="6038675" y="1051150"/>
            <a:ext cx="2774400" cy="347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Lexend Deca"/>
                <a:ea typeface="Lexend Deca"/>
                <a:cs typeface="Lexend Deca"/>
                <a:sym typeface="Lexend Deca"/>
              </a:rPr>
              <a:t>I have developed copy snippets to more clearly match Business Builders’ needs when we talk about a use case.</a:t>
            </a:r>
            <a:endParaRPr sz="1700">
              <a:solidFill>
                <a:schemeClr val="lt1"/>
              </a:solidFill>
              <a:latin typeface="Lexend Deca"/>
              <a:ea typeface="Lexend Deca"/>
              <a:cs typeface="Lexend Deca"/>
              <a:sym typeface="Lexend Deca"/>
            </a:endParaRPr>
          </a:p>
          <a:p>
            <a:pPr indent="0" lvl="0" marL="0" rtl="0" algn="l">
              <a:spcBef>
                <a:spcPts val="0"/>
              </a:spcBef>
              <a:spcAft>
                <a:spcPts val="0"/>
              </a:spcAft>
              <a:buNone/>
            </a:pPr>
            <a:r>
              <a:t/>
            </a:r>
            <a:endParaRPr sz="1700">
              <a:solidFill>
                <a:schemeClr val="lt1"/>
              </a:solidFill>
              <a:latin typeface="Lexend Deca"/>
              <a:ea typeface="Lexend Deca"/>
              <a:cs typeface="Lexend Deca"/>
              <a:sym typeface="Lexend Deca"/>
            </a:endParaRPr>
          </a:p>
          <a:p>
            <a:pPr indent="0" lvl="0" marL="0" rtl="0" algn="l">
              <a:spcBef>
                <a:spcPts val="0"/>
              </a:spcBef>
              <a:spcAft>
                <a:spcPts val="0"/>
              </a:spcAft>
              <a:buNone/>
            </a:pPr>
            <a:r>
              <a:rPr lang="en" sz="1700">
                <a:solidFill>
                  <a:schemeClr val="lt1"/>
                </a:solidFill>
                <a:latin typeface="Lexend Deca"/>
                <a:ea typeface="Lexend Deca"/>
                <a:cs typeface="Lexend Deca"/>
                <a:sym typeface="Lexend Deca"/>
              </a:rPr>
              <a:t>This language was designed based on outputs of a </a:t>
            </a:r>
            <a:r>
              <a:rPr lang="en" sz="1700" u="sng">
                <a:solidFill>
                  <a:schemeClr val="hlink"/>
                </a:solidFill>
                <a:latin typeface="Lexend Deca"/>
                <a:ea typeface="Lexend Deca"/>
                <a:cs typeface="Lexend Deca"/>
                <a:sym typeface="Lexend Deca"/>
                <a:hlinkClick r:id="rId4"/>
              </a:rPr>
              <a:t>workshop</a:t>
            </a:r>
            <a:r>
              <a:rPr lang="en" sz="1700">
                <a:solidFill>
                  <a:schemeClr val="lt1"/>
                </a:solidFill>
                <a:latin typeface="Lexend Deca"/>
                <a:ea typeface="Lexend Deca"/>
                <a:cs typeface="Lexend Deca"/>
                <a:sym typeface="Lexend Deca"/>
              </a:rPr>
              <a:t> I ran with Flywheel and Growth teams, as well as other </a:t>
            </a:r>
            <a:r>
              <a:rPr lang="en" sz="1700" u="sng">
                <a:solidFill>
                  <a:schemeClr val="hlink"/>
                </a:solidFill>
                <a:latin typeface="Lexend Deca"/>
                <a:ea typeface="Lexend Deca"/>
                <a:cs typeface="Lexend Deca"/>
                <a:sym typeface="Lexend Deca"/>
                <a:hlinkClick r:id="rId5"/>
              </a:rPr>
              <a:t>Growth documentation</a:t>
            </a:r>
            <a:r>
              <a:rPr lang="en" sz="1700">
                <a:solidFill>
                  <a:schemeClr val="lt1"/>
                </a:solidFill>
                <a:latin typeface="Lexend Deca"/>
                <a:ea typeface="Lexend Deca"/>
                <a:cs typeface="Lexend Deca"/>
                <a:sym typeface="Lexend Deca"/>
              </a:rPr>
              <a:t>.</a:t>
            </a:r>
            <a:endParaRPr sz="1700">
              <a:solidFill>
                <a:schemeClr val="lt1"/>
              </a:solidFill>
              <a:latin typeface="Lexend Deca"/>
              <a:ea typeface="Lexend Deca"/>
              <a:cs typeface="Lexend Deca"/>
              <a:sym typeface="Lexend Deca"/>
            </a:endParaRPr>
          </a:p>
        </p:txBody>
      </p:sp>
      <p:sp>
        <p:nvSpPr>
          <p:cNvPr id="1907" name="Google Shape;1907;p235"/>
          <p:cNvSpPr/>
          <p:nvPr/>
        </p:nvSpPr>
        <p:spPr>
          <a:xfrm>
            <a:off x="205544" y="974950"/>
            <a:ext cx="1107300" cy="4138800"/>
          </a:xfrm>
          <a:prstGeom prst="rect">
            <a:avLst/>
          </a:prstGeom>
          <a:solidFill>
            <a:srgbClr val="223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236"/>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1913" name="Google Shape;1913;p236"/>
          <p:cNvSpPr txBox="1"/>
          <p:nvPr/>
        </p:nvSpPr>
        <p:spPr>
          <a:xfrm>
            <a:off x="317400" y="635650"/>
            <a:ext cx="76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Lexend Deca"/>
              <a:ea typeface="Lexend Deca"/>
              <a:cs typeface="Lexend Deca"/>
              <a:sym typeface="Lexend Deca"/>
            </a:endParaRPr>
          </a:p>
        </p:txBody>
      </p:sp>
      <p:sp>
        <p:nvSpPr>
          <p:cNvPr id="1914" name="Google Shape;1914;p236"/>
          <p:cNvSpPr txBox="1"/>
          <p:nvPr/>
        </p:nvSpPr>
        <p:spPr>
          <a:xfrm>
            <a:off x="254600" y="520150"/>
            <a:ext cx="845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Lexend Deca"/>
                <a:ea typeface="Lexend Deca"/>
                <a:cs typeface="Lexend Deca"/>
                <a:sym typeface="Lexend Deca"/>
              </a:rPr>
              <a:t>Features</a:t>
            </a:r>
            <a:endParaRPr sz="1600">
              <a:solidFill>
                <a:schemeClr val="lt1"/>
              </a:solidFill>
              <a:latin typeface="Lexend Deca"/>
              <a:ea typeface="Lexend Deca"/>
              <a:cs typeface="Lexend Deca"/>
              <a:sym typeface="Lexend Deca"/>
            </a:endParaRPr>
          </a:p>
        </p:txBody>
      </p:sp>
      <p:sp>
        <p:nvSpPr>
          <p:cNvPr id="1915" name="Google Shape;1915;p236"/>
          <p:cNvSpPr txBox="1"/>
          <p:nvPr/>
        </p:nvSpPr>
        <p:spPr>
          <a:xfrm>
            <a:off x="7171300" y="1051150"/>
            <a:ext cx="1641900" cy="374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exend Deca"/>
                <a:ea typeface="Lexend Deca"/>
                <a:cs typeface="Lexend Deca"/>
                <a:sym typeface="Lexend Deca"/>
              </a:rPr>
              <a:t>Each use case has specific </a:t>
            </a:r>
            <a:r>
              <a:rPr lang="en" sz="1300" u="sng">
                <a:solidFill>
                  <a:schemeClr val="accent3"/>
                </a:solidFill>
                <a:latin typeface="Lexend Deca"/>
                <a:ea typeface="Lexend Deca"/>
                <a:cs typeface="Lexend Deca"/>
                <a:sym typeface="Lexend Deca"/>
                <a:hlinkClick r:id="rId3">
                  <a:extLst>
                    <a:ext uri="{A12FA001-AC4F-418D-AE19-62706E023703}">
                      <ahyp:hlinkClr val="tx"/>
                    </a:ext>
                  </a:extLst>
                </a:hlinkClick>
              </a:rPr>
              <a:t>features</a:t>
            </a:r>
            <a:r>
              <a:rPr lang="en" sz="1300">
                <a:solidFill>
                  <a:schemeClr val="lt1"/>
                </a:solidFill>
                <a:latin typeface="Lexend Deca"/>
                <a:ea typeface="Lexend Deca"/>
                <a:cs typeface="Lexend Deca"/>
                <a:sym typeface="Lexend Deca"/>
              </a:rPr>
              <a:t> mapped to it. </a:t>
            </a:r>
            <a:endParaRPr sz="1300">
              <a:solidFill>
                <a:schemeClr val="lt1"/>
              </a:solidFill>
              <a:latin typeface="Lexend Deca"/>
              <a:ea typeface="Lexend Deca"/>
              <a:cs typeface="Lexend Deca"/>
              <a:sym typeface="Lexend Deca"/>
            </a:endParaRPr>
          </a:p>
          <a:p>
            <a:pPr indent="0" lvl="0" marL="0" rtl="0" algn="l">
              <a:spcBef>
                <a:spcPts val="0"/>
              </a:spcBef>
              <a:spcAft>
                <a:spcPts val="0"/>
              </a:spcAft>
              <a:buNone/>
            </a:pPr>
            <a:r>
              <a:t/>
            </a:r>
            <a:endParaRPr sz="1300">
              <a:solidFill>
                <a:schemeClr val="lt1"/>
              </a:solidFill>
              <a:latin typeface="Lexend Deca"/>
              <a:ea typeface="Lexend Deca"/>
              <a:cs typeface="Lexend Deca"/>
              <a:sym typeface="Lexend Deca"/>
            </a:endParaRPr>
          </a:p>
          <a:p>
            <a:pPr indent="0" lvl="0" marL="0" rtl="0" algn="l">
              <a:spcBef>
                <a:spcPts val="0"/>
              </a:spcBef>
              <a:spcAft>
                <a:spcPts val="0"/>
              </a:spcAft>
              <a:buNone/>
            </a:pPr>
            <a:r>
              <a:rPr lang="en" sz="1300">
                <a:solidFill>
                  <a:schemeClr val="lt1"/>
                </a:solidFill>
                <a:latin typeface="Lexend Deca"/>
                <a:ea typeface="Lexend Deca"/>
                <a:cs typeface="Lexend Deca"/>
                <a:sym typeface="Lexend Deca"/>
              </a:rPr>
              <a:t>We’ll measure if a user is finding value from a use case value based on how they use these features, and the CSAT scores for these features.</a:t>
            </a:r>
            <a:endParaRPr sz="1300">
              <a:solidFill>
                <a:schemeClr val="lt1"/>
              </a:solidFill>
              <a:latin typeface="Lexend Deca"/>
              <a:ea typeface="Lexend Deca"/>
              <a:cs typeface="Lexend Deca"/>
              <a:sym typeface="Lexend Deca"/>
            </a:endParaRPr>
          </a:p>
          <a:p>
            <a:pPr indent="0" lvl="0" marL="0" rtl="0" algn="l">
              <a:spcBef>
                <a:spcPts val="0"/>
              </a:spcBef>
              <a:spcAft>
                <a:spcPts val="0"/>
              </a:spcAft>
              <a:buNone/>
            </a:pPr>
            <a:r>
              <a:t/>
            </a:r>
            <a:endParaRPr sz="1300">
              <a:solidFill>
                <a:schemeClr val="lt1"/>
              </a:solidFill>
              <a:latin typeface="Lexend Deca"/>
              <a:ea typeface="Lexend Deca"/>
              <a:cs typeface="Lexend Deca"/>
              <a:sym typeface="Lexend Deca"/>
            </a:endParaRPr>
          </a:p>
          <a:p>
            <a:pPr indent="0" lvl="0" marL="0" rtl="0" algn="l">
              <a:spcBef>
                <a:spcPts val="0"/>
              </a:spcBef>
              <a:spcAft>
                <a:spcPts val="0"/>
              </a:spcAft>
              <a:buNone/>
            </a:pPr>
            <a:r>
              <a:rPr lang="en" sz="700">
                <a:solidFill>
                  <a:schemeClr val="lt1"/>
                </a:solidFill>
                <a:latin typeface="Lexend Deca"/>
                <a:ea typeface="Lexend Deca"/>
                <a:cs typeface="Lexend Deca"/>
                <a:sym typeface="Lexend Deca"/>
              </a:rPr>
              <a:t>Note: the features that apply to each use case are still being mapped by Prod Ops, so may change.</a:t>
            </a:r>
            <a:endParaRPr sz="700">
              <a:solidFill>
                <a:schemeClr val="lt1"/>
              </a:solidFill>
              <a:latin typeface="Lexend Deca"/>
              <a:ea typeface="Lexend Deca"/>
              <a:cs typeface="Lexend Deca"/>
              <a:sym typeface="Lexend Deca"/>
            </a:endParaRPr>
          </a:p>
        </p:txBody>
      </p:sp>
      <p:sp>
        <p:nvSpPr>
          <p:cNvPr id="1916" name="Google Shape;1916;p236"/>
          <p:cNvSpPr/>
          <p:nvPr/>
        </p:nvSpPr>
        <p:spPr>
          <a:xfrm>
            <a:off x="205544" y="974950"/>
            <a:ext cx="1107300" cy="4138800"/>
          </a:xfrm>
          <a:prstGeom prst="rect">
            <a:avLst/>
          </a:prstGeom>
          <a:solidFill>
            <a:srgbClr val="223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graphicFrame>
        <p:nvGraphicFramePr>
          <p:cNvPr id="1917" name="Google Shape;1917;p236"/>
          <p:cNvGraphicFramePr/>
          <p:nvPr/>
        </p:nvGraphicFramePr>
        <p:xfrm>
          <a:off x="254600" y="951188"/>
          <a:ext cx="3000000" cy="3000000"/>
        </p:xfrm>
        <a:graphic>
          <a:graphicData uri="http://schemas.openxmlformats.org/drawingml/2006/table">
            <a:tbl>
              <a:tblPr>
                <a:noFill/>
                <a:tableStyleId>{2956295A-284B-434D-9FE9-A0E4271B7B66}</a:tableStyleId>
              </a:tblPr>
              <a:tblGrid>
                <a:gridCol w="1123250"/>
                <a:gridCol w="1586650"/>
                <a:gridCol w="4151225"/>
              </a:tblGrid>
              <a:tr h="39835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Positioning pillar</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marR="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marR="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Key Feature/s*</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solidFill>
                      <a:srgbClr val="33475B"/>
                    </a:solidFill>
                  </a:tcPr>
                </a:tc>
              </a:tr>
              <a:tr h="347700">
                <a:tc rowSpan="2">
                  <a:txBody>
                    <a:bodyPr/>
                    <a:lstStyle/>
                    <a:p>
                      <a:pPr indent="0" lvl="0" marL="0" rtl="0" algn="l">
                        <a:lnSpc>
                          <a:spcPct val="115000"/>
                        </a:lnSpc>
                        <a:spcBef>
                          <a:spcPts val="0"/>
                        </a:spcBef>
                        <a:spcAft>
                          <a:spcPts val="0"/>
                        </a:spcAft>
                        <a:buNone/>
                      </a:pPr>
                      <a:r>
                        <a:rPr b="1" lang="en" sz="800">
                          <a:solidFill>
                            <a:srgbClr val="FFFFFF"/>
                          </a:solidFill>
                          <a:latin typeface="Lexend Deca"/>
                          <a:ea typeface="Lexend Deca"/>
                          <a:cs typeface="Lexend Deca"/>
                          <a:sym typeface="Lexend Deca"/>
                        </a:rPr>
                        <a:t>Understand and organize customer data</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09BAD5"/>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Smart CRM</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CRM Records, contact and company management,  custom properties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Activate data</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Reporting </a:t>
                      </a:r>
                      <a:r>
                        <a:rPr lang="en" sz="900">
                          <a:solidFill>
                            <a:srgbClr val="FFFFFF"/>
                          </a:solidFill>
                          <a:latin typeface="Lexend Deca Light"/>
                          <a:ea typeface="Lexend Deca Light"/>
                          <a:cs typeface="Lexend Deca Light"/>
                          <a:sym typeface="Lexend Deca Light"/>
                        </a:rPr>
                        <a:t>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Marketing Reporting, Sales Reporting</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r h="347700">
                <a:tc rowSpan="3">
                  <a:txBody>
                    <a:bodyPr/>
                    <a:lstStyle/>
                    <a:p>
                      <a:pPr indent="0" lvl="0" marL="0" rtl="0" algn="l">
                        <a:lnSpc>
                          <a:spcPct val="115000"/>
                        </a:lnSpc>
                        <a:spcBef>
                          <a:spcPts val="0"/>
                        </a:spcBef>
                        <a:spcAft>
                          <a:spcPts val="500"/>
                        </a:spcAft>
                        <a:buNone/>
                      </a:pPr>
                      <a:r>
                        <a:rPr b="1" lang="en" sz="800">
                          <a:solidFill>
                            <a:srgbClr val="FFFFFF"/>
                          </a:solidFill>
                          <a:latin typeface="Lexend Deca"/>
                          <a:ea typeface="Lexend Deca"/>
                          <a:cs typeface="Lexend Deca"/>
                          <a:sym typeface="Lexend Deca"/>
                        </a:rPr>
                        <a:t>Find and reach customers</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6A78D1"/>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AI Content and AI Website Builders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AI Content (Topics, </a:t>
                      </a:r>
                      <a:r>
                        <a:rPr lang="en" sz="700">
                          <a:solidFill>
                            <a:srgbClr val="99ACC2"/>
                          </a:solidFill>
                          <a:latin typeface="Lexend Deca Light"/>
                          <a:ea typeface="Lexend Deca Light"/>
                          <a:cs typeface="Lexend Deca Light"/>
                          <a:sym typeface="Lexend Deca Light"/>
                        </a:rPr>
                        <a:t>Blog</a:t>
                      </a:r>
                      <a:r>
                        <a:rPr lang="en" sz="700">
                          <a:solidFill>
                            <a:srgbClr val="99ACC2"/>
                          </a:solidFill>
                          <a:latin typeface="Lexend Deca Light"/>
                          <a:ea typeface="Lexend Deca Light"/>
                          <a:cs typeface="Lexend Deca Light"/>
                          <a:sym typeface="Lexend Deca Light"/>
                        </a:rPr>
                        <a:t>s, Images, Content Assistant), AI Website Builder (Site pages, themes, hosting, website analytics)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19050">
                      <a:solidFill>
                        <a:srgbClr val="516F90"/>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Lead Generation &amp; Conversion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Forms, Landing Pages, Ads, CTAs**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Marketing Automation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Marketing Email, </a:t>
                      </a:r>
                      <a:r>
                        <a:rPr lang="en" sz="700">
                          <a:solidFill>
                            <a:srgbClr val="99ACC2"/>
                          </a:solidFill>
                          <a:latin typeface="Lexend Deca Light"/>
                          <a:ea typeface="Lexend Deca Light"/>
                          <a:cs typeface="Lexend Deca Light"/>
                          <a:sym typeface="Lexend Deca Light"/>
                        </a:rPr>
                        <a:t>Lists, </a:t>
                      </a:r>
                      <a:r>
                        <a:rPr lang="en" sz="700">
                          <a:solidFill>
                            <a:srgbClr val="99ACC2"/>
                          </a:solidFill>
                          <a:latin typeface="Lexend Deca Light"/>
                          <a:ea typeface="Lexend Deca Light"/>
                          <a:cs typeface="Lexend Deca Light"/>
                          <a:sym typeface="Lexend Deca Light"/>
                        </a:rPr>
                        <a:t>Contextual Automation</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r h="347700">
                <a:tc rowSpan="5">
                  <a:txBody>
                    <a:bodyPr/>
                    <a:lstStyle/>
                    <a:p>
                      <a:pPr indent="0" lvl="0" marL="0" marR="0" rtl="0" algn="l">
                        <a:lnSpc>
                          <a:spcPct val="115000"/>
                        </a:lnSpc>
                        <a:spcBef>
                          <a:spcPts val="0"/>
                        </a:spcBef>
                        <a:spcAft>
                          <a:spcPts val="500"/>
                        </a:spcAft>
                        <a:buNone/>
                      </a:pPr>
                      <a:r>
                        <a:rPr b="1" lang="en" sz="800">
                          <a:solidFill>
                            <a:srgbClr val="FFFFFF"/>
                          </a:solidFill>
                          <a:latin typeface="Lexend Deca"/>
                          <a:ea typeface="Lexend Deca"/>
                          <a:cs typeface="Lexend Deca"/>
                          <a:sym typeface="Lexend Deca"/>
                        </a:rPr>
                        <a:t>Grow sales </a:t>
                      </a:r>
                      <a:r>
                        <a:rPr b="1" lang="en" sz="800">
                          <a:solidFill>
                            <a:srgbClr val="FFFFFF"/>
                          </a:solidFill>
                          <a:latin typeface="Lexend Deca"/>
                          <a:ea typeface="Lexend Deca"/>
                          <a:cs typeface="Lexend Deca"/>
                          <a:sym typeface="Lexend Deca"/>
                        </a:rPr>
                        <a:t>and</a:t>
                      </a:r>
                      <a:r>
                        <a:rPr b="1" lang="en" sz="800">
                          <a:solidFill>
                            <a:srgbClr val="FFFFFF"/>
                          </a:solidFill>
                          <a:latin typeface="Lexend Deca"/>
                          <a:ea typeface="Lexend Deca"/>
                          <a:cs typeface="Lexend Deca"/>
                          <a:sym typeface="Lexend Deca"/>
                        </a:rPr>
                        <a:t> get paid</a:t>
                      </a:r>
                      <a:endParaRPr sz="1200">
                        <a:solidFill>
                          <a:srgbClr val="FFFFFF"/>
                        </a:solidFill>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00BDA5"/>
                    </a:solidFill>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Build pipeline</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Prospecting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Sales Email, Templates, Calling**, Meetings, Quotes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19050">
                      <a:solidFill>
                        <a:srgbClr val="516F90"/>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Deals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Managing Deals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Deals, Deal Board</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support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Customer experience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Tickets, Conversations, AI Support Bots*, support phone number**</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Payment processing</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Native payment links, subscriptions, Stripe integration*, Payments Workflows</a:t>
                      </a:r>
                      <a:endParaRPr sz="900">
                        <a:solidFill>
                          <a:srgbClr val="99ACC2"/>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Billing and invoicing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Product library, quotes, invoices, eSignature**, Quickbooks integration**</a:t>
                      </a:r>
                      <a:endParaRPr sz="600">
                        <a:solidFill>
                          <a:srgbClr val="99ACC2"/>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bl>
          </a:graphicData>
        </a:graphic>
      </p:graphicFrame>
      <p:sp>
        <p:nvSpPr>
          <p:cNvPr id="1918" name="Google Shape;1918;p236"/>
          <p:cNvSpPr/>
          <p:nvPr/>
        </p:nvSpPr>
        <p:spPr>
          <a:xfrm>
            <a:off x="223150" y="930650"/>
            <a:ext cx="1154700" cy="4183200"/>
          </a:xfrm>
          <a:prstGeom prst="rect">
            <a:avLst/>
          </a:prstGeom>
          <a:solidFill>
            <a:srgbClr val="223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237"/>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1924" name="Google Shape;1924;p237"/>
          <p:cNvSpPr txBox="1"/>
          <p:nvPr/>
        </p:nvSpPr>
        <p:spPr>
          <a:xfrm>
            <a:off x="317400" y="635650"/>
            <a:ext cx="76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Lexend Deca"/>
              <a:ea typeface="Lexend Deca"/>
              <a:cs typeface="Lexend Deca"/>
              <a:sym typeface="Lexend Deca"/>
            </a:endParaRPr>
          </a:p>
        </p:txBody>
      </p:sp>
      <p:sp>
        <p:nvSpPr>
          <p:cNvPr id="1925" name="Google Shape;1925;p237"/>
          <p:cNvSpPr txBox="1"/>
          <p:nvPr/>
        </p:nvSpPr>
        <p:spPr>
          <a:xfrm>
            <a:off x="254600" y="520150"/>
            <a:ext cx="845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Lexend Deca"/>
                <a:ea typeface="Lexend Deca"/>
                <a:cs typeface="Lexend Deca"/>
                <a:sym typeface="Lexend Deca"/>
              </a:rPr>
              <a:t>Positioning</a:t>
            </a:r>
            <a:endParaRPr sz="2400">
              <a:solidFill>
                <a:schemeClr val="lt1"/>
              </a:solidFill>
              <a:latin typeface="Lexend Deca"/>
              <a:ea typeface="Lexend Deca"/>
              <a:cs typeface="Lexend Deca"/>
              <a:sym typeface="Lexend Deca"/>
            </a:endParaRPr>
          </a:p>
        </p:txBody>
      </p:sp>
      <p:sp>
        <p:nvSpPr>
          <p:cNvPr id="1926" name="Google Shape;1926;p237"/>
          <p:cNvSpPr txBox="1"/>
          <p:nvPr/>
        </p:nvSpPr>
        <p:spPr>
          <a:xfrm>
            <a:off x="7262825" y="1051150"/>
            <a:ext cx="1550400" cy="382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exend Deca"/>
                <a:ea typeface="Lexend Deca"/>
                <a:cs typeface="Lexend Deca"/>
                <a:sym typeface="Lexend Deca"/>
              </a:rPr>
              <a:t>For the relaunch, each use case is mapped to a </a:t>
            </a:r>
            <a:r>
              <a:rPr lang="en" sz="1300" u="sng">
                <a:solidFill>
                  <a:schemeClr val="accent3"/>
                </a:solidFill>
                <a:latin typeface="Lexend Deca"/>
                <a:ea typeface="Lexend Deca"/>
                <a:cs typeface="Lexend Deca"/>
                <a:sym typeface="Lexend Deca"/>
                <a:hlinkClick r:id="rId4">
                  <a:extLst>
                    <a:ext uri="{A12FA001-AC4F-418D-AE19-62706E023703}">
                      <ahyp:hlinkClr val="tx"/>
                    </a:ext>
                  </a:extLst>
                </a:hlinkClick>
              </a:rPr>
              <a:t>“positioning pillar”</a:t>
            </a:r>
            <a:r>
              <a:rPr lang="en" sz="2100">
                <a:solidFill>
                  <a:schemeClr val="lt1"/>
                </a:solidFill>
                <a:latin typeface="Lexend Deca"/>
                <a:ea typeface="Lexend Deca"/>
                <a:cs typeface="Lexend Deca"/>
                <a:sym typeface="Lexend Deca"/>
              </a:rPr>
              <a:t>.</a:t>
            </a:r>
            <a:r>
              <a:rPr lang="en" sz="1300">
                <a:solidFill>
                  <a:schemeClr val="lt1"/>
                </a:solidFill>
                <a:latin typeface="Lexend Deca"/>
                <a:ea typeface="Lexend Deca"/>
                <a:cs typeface="Lexend Deca"/>
                <a:sym typeface="Lexend Deca"/>
              </a:rPr>
              <a:t> </a:t>
            </a:r>
            <a:br>
              <a:rPr lang="en" sz="1300">
                <a:solidFill>
                  <a:schemeClr val="lt1"/>
                </a:solidFill>
                <a:latin typeface="Lexend Deca"/>
                <a:ea typeface="Lexend Deca"/>
                <a:cs typeface="Lexend Deca"/>
                <a:sym typeface="Lexend Deca"/>
              </a:rPr>
            </a:br>
            <a:br>
              <a:rPr lang="en" sz="1300">
                <a:solidFill>
                  <a:schemeClr val="lt1"/>
                </a:solidFill>
                <a:latin typeface="Lexend Deca"/>
                <a:ea typeface="Lexend Deca"/>
                <a:cs typeface="Lexend Deca"/>
                <a:sym typeface="Lexend Deca"/>
              </a:rPr>
            </a:br>
            <a:r>
              <a:rPr lang="en" sz="1300">
                <a:solidFill>
                  <a:schemeClr val="lt1"/>
                </a:solidFill>
                <a:latin typeface="Lexend Deca"/>
                <a:ea typeface="Lexend Deca"/>
                <a:cs typeface="Lexend Deca"/>
                <a:sym typeface="Lexend Deca"/>
              </a:rPr>
              <a:t>These pillars have been developed by Product Marketing.</a:t>
            </a:r>
            <a:endParaRPr sz="1300">
              <a:solidFill>
                <a:schemeClr val="lt1"/>
              </a:solidFill>
              <a:latin typeface="Lexend Deca"/>
              <a:ea typeface="Lexend Deca"/>
              <a:cs typeface="Lexend Deca"/>
              <a:sym typeface="Lexend Deca"/>
            </a:endParaRPr>
          </a:p>
          <a:p>
            <a:pPr indent="0" lvl="0" marL="0" rtl="0" algn="l">
              <a:spcBef>
                <a:spcPts val="0"/>
              </a:spcBef>
              <a:spcAft>
                <a:spcPts val="0"/>
              </a:spcAft>
              <a:buNone/>
            </a:pPr>
            <a:r>
              <a:t/>
            </a:r>
            <a:endParaRPr sz="2100">
              <a:solidFill>
                <a:schemeClr val="lt1"/>
              </a:solidFill>
              <a:latin typeface="Lexend Deca"/>
              <a:ea typeface="Lexend Deca"/>
              <a:cs typeface="Lexend Deca"/>
              <a:sym typeface="Lexend Deca"/>
            </a:endParaRPr>
          </a:p>
          <a:p>
            <a:pPr indent="0" lvl="0" marL="0" rtl="0" algn="l">
              <a:spcBef>
                <a:spcPts val="0"/>
              </a:spcBef>
              <a:spcAft>
                <a:spcPts val="0"/>
              </a:spcAft>
              <a:buNone/>
            </a:pPr>
            <a:r>
              <a:rPr lang="en" sz="1300">
                <a:solidFill>
                  <a:schemeClr val="lt1"/>
                </a:solidFill>
                <a:latin typeface="Lexend Deca"/>
                <a:ea typeface="Lexend Deca"/>
                <a:cs typeface="Lexend Deca"/>
                <a:sym typeface="Lexend Deca"/>
              </a:rPr>
              <a:t>Positioning outlines why our product is unique, and how we provide value for customers.</a:t>
            </a:r>
            <a:endParaRPr sz="1300">
              <a:solidFill>
                <a:schemeClr val="lt1"/>
              </a:solidFill>
              <a:latin typeface="Lexend Deca"/>
              <a:ea typeface="Lexend Deca"/>
              <a:cs typeface="Lexend Deca"/>
              <a:sym typeface="Lexend Deca"/>
            </a:endParaRPr>
          </a:p>
        </p:txBody>
      </p:sp>
      <p:graphicFrame>
        <p:nvGraphicFramePr>
          <p:cNvPr id="1927" name="Google Shape;1927;p237"/>
          <p:cNvGraphicFramePr/>
          <p:nvPr/>
        </p:nvGraphicFramePr>
        <p:xfrm>
          <a:off x="251303" y="947890"/>
          <a:ext cx="3000000" cy="3000000"/>
        </p:xfrm>
        <a:graphic>
          <a:graphicData uri="http://schemas.openxmlformats.org/drawingml/2006/table">
            <a:tbl>
              <a:tblPr>
                <a:noFill/>
                <a:tableStyleId>{2956295A-284B-434D-9FE9-A0E4271B7B66}</a:tableStyleId>
              </a:tblPr>
              <a:tblGrid>
                <a:gridCol w="1123250"/>
                <a:gridCol w="1549975"/>
                <a:gridCol w="4187900"/>
              </a:tblGrid>
              <a:tr h="39835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Positioning pillar</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marR="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marR="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Key Feature/s*</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solidFill>
                      <a:srgbClr val="33475B"/>
                    </a:solidFill>
                  </a:tcPr>
                </a:tc>
              </a:tr>
              <a:tr h="347700">
                <a:tc rowSpan="2">
                  <a:txBody>
                    <a:bodyPr/>
                    <a:lstStyle/>
                    <a:p>
                      <a:pPr indent="0" lvl="0" marL="0" rtl="0" algn="l">
                        <a:lnSpc>
                          <a:spcPct val="115000"/>
                        </a:lnSpc>
                        <a:spcBef>
                          <a:spcPts val="0"/>
                        </a:spcBef>
                        <a:spcAft>
                          <a:spcPts val="0"/>
                        </a:spcAft>
                        <a:buNone/>
                      </a:pPr>
                      <a:r>
                        <a:rPr b="1" lang="en" sz="1000">
                          <a:solidFill>
                            <a:srgbClr val="FFFFFF"/>
                          </a:solidFill>
                          <a:latin typeface="Lexend Deca"/>
                          <a:ea typeface="Lexend Deca"/>
                          <a:cs typeface="Lexend Deca"/>
                          <a:sym typeface="Lexend Deca"/>
                        </a:rPr>
                        <a:t>Understand and organize customer data</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09BAD5"/>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Smart CRM</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CRM Records, contact and company management,  custom properties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Activate data</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Reporting </a:t>
                      </a:r>
                      <a:r>
                        <a:rPr lang="en" sz="900">
                          <a:solidFill>
                            <a:srgbClr val="FFFFFF"/>
                          </a:solidFill>
                          <a:latin typeface="Lexend Deca Light"/>
                          <a:ea typeface="Lexend Deca Light"/>
                          <a:cs typeface="Lexend Deca Light"/>
                          <a:sym typeface="Lexend Deca Light"/>
                        </a:rPr>
                        <a:t>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Marketing Reporting, Sales Reporting</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r h="347700">
                <a:tc rowSpan="3">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Find and reach customers</a:t>
                      </a:r>
                      <a:endParaRPr b="1" sz="1000">
                        <a:solidFill>
                          <a:srgbClr val="213343"/>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6A78D1"/>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AI Content and AI Website Builders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AI Content (Topics, </a:t>
                      </a:r>
                      <a:r>
                        <a:rPr lang="en" sz="700">
                          <a:solidFill>
                            <a:srgbClr val="99ACC2"/>
                          </a:solidFill>
                          <a:latin typeface="Lexend Deca Light"/>
                          <a:ea typeface="Lexend Deca Light"/>
                          <a:cs typeface="Lexend Deca Light"/>
                          <a:sym typeface="Lexend Deca Light"/>
                        </a:rPr>
                        <a:t>Blog</a:t>
                      </a:r>
                      <a:r>
                        <a:rPr lang="en" sz="700">
                          <a:solidFill>
                            <a:srgbClr val="99ACC2"/>
                          </a:solidFill>
                          <a:latin typeface="Lexend Deca Light"/>
                          <a:ea typeface="Lexend Deca Light"/>
                          <a:cs typeface="Lexend Deca Light"/>
                          <a:sym typeface="Lexend Deca Light"/>
                        </a:rPr>
                        <a:t>s, Images, Content Assistant), AI Website Builder (Site pages, themes, hosting, website analytics)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19050">
                      <a:solidFill>
                        <a:srgbClr val="516F90"/>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Lead Generation &amp; Conversion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Forms, Landing Pages, Ads, CTAs**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Marketing Automation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Marketing Email, </a:t>
                      </a:r>
                      <a:r>
                        <a:rPr lang="en" sz="700">
                          <a:solidFill>
                            <a:srgbClr val="99ACC2"/>
                          </a:solidFill>
                          <a:latin typeface="Lexend Deca Light"/>
                          <a:ea typeface="Lexend Deca Light"/>
                          <a:cs typeface="Lexend Deca Light"/>
                          <a:sym typeface="Lexend Deca Light"/>
                        </a:rPr>
                        <a:t>Lists, </a:t>
                      </a:r>
                      <a:r>
                        <a:rPr lang="en" sz="700">
                          <a:solidFill>
                            <a:srgbClr val="99ACC2"/>
                          </a:solidFill>
                          <a:latin typeface="Lexend Deca Light"/>
                          <a:ea typeface="Lexend Deca Light"/>
                          <a:cs typeface="Lexend Deca Light"/>
                          <a:sym typeface="Lexend Deca Light"/>
                        </a:rPr>
                        <a:t>Contextual Automation</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r h="347700">
                <a:tc rowSpan="5">
                  <a:txBody>
                    <a:bodyPr/>
                    <a:lstStyle/>
                    <a:p>
                      <a:pPr indent="0" lvl="0" marL="0" marR="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Grow sales </a:t>
                      </a:r>
                      <a:r>
                        <a:rPr b="1" lang="en" sz="1000">
                          <a:solidFill>
                            <a:srgbClr val="FFFFFF"/>
                          </a:solidFill>
                          <a:latin typeface="Lexend Deca"/>
                          <a:ea typeface="Lexend Deca"/>
                          <a:cs typeface="Lexend Deca"/>
                          <a:sym typeface="Lexend Deca"/>
                        </a:rPr>
                        <a:t>and</a:t>
                      </a:r>
                      <a:r>
                        <a:rPr b="1" lang="en" sz="1000">
                          <a:solidFill>
                            <a:srgbClr val="FFFFFF"/>
                          </a:solidFill>
                          <a:latin typeface="Lexend Deca"/>
                          <a:ea typeface="Lexend Deca"/>
                          <a:cs typeface="Lexend Deca"/>
                          <a:sym typeface="Lexend Deca"/>
                        </a:rPr>
                        <a:t> get paid</a:t>
                      </a:r>
                      <a:endParaRPr sz="1000">
                        <a:solidFill>
                          <a:srgbClr val="FFFFFF"/>
                        </a:solidFill>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FF5C35"/>
                    </a:solidFill>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Prospecting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Sales Email, Templates, Calling**, Meetings, Quotes</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19050">
                      <a:solidFill>
                        <a:srgbClr val="516F90"/>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Managing Deals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Deals, Deal Board</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Build pipeline</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Customer experience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Tickets, Conversations, AI Support Bots*, support phone number**</a:t>
                      </a:r>
                      <a:endParaRPr sz="9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Close Deals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Payment processing</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Native payment links, subscriptions, Stripe integration*, Payments Workflows</a:t>
                      </a:r>
                      <a:endParaRPr sz="900">
                        <a:solidFill>
                          <a:srgbClr val="99ACC2"/>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9525">
                      <a:solidFill>
                        <a:srgbClr val="2E475D"/>
                      </a:solidFill>
                      <a:prstDash val="solid"/>
                      <a:round/>
                      <a:headEnd len="sm" w="sm" type="none"/>
                      <a:tailEnd len="sm" w="sm" type="none"/>
                    </a:lnB>
                  </a:tcPr>
                </a:tc>
              </a:tr>
              <a:tr h="347700">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Scale support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500"/>
                        </a:spcAft>
                        <a:buNone/>
                      </a:pPr>
                      <a:r>
                        <a:rPr lang="en" sz="900">
                          <a:solidFill>
                            <a:srgbClr val="FFFFFF"/>
                          </a:solidFill>
                          <a:latin typeface="Lexend Deca Light"/>
                          <a:ea typeface="Lexend Deca Light"/>
                          <a:cs typeface="Lexend Deca Light"/>
                          <a:sym typeface="Lexend Deca Light"/>
                        </a:rPr>
                        <a:t>Billing and invoicing tools</a:t>
                      </a:r>
                      <a:br>
                        <a:rPr lang="en" sz="900">
                          <a:solidFill>
                            <a:srgbClr val="FFFFFF"/>
                          </a:solidFill>
                          <a:latin typeface="Lexend Deca Light"/>
                          <a:ea typeface="Lexend Deca Light"/>
                          <a:cs typeface="Lexend Deca Light"/>
                          <a:sym typeface="Lexend Deca Light"/>
                        </a:rPr>
                      </a:br>
                      <a:r>
                        <a:rPr lang="en" sz="700">
                          <a:solidFill>
                            <a:srgbClr val="99ACC2"/>
                          </a:solidFill>
                          <a:latin typeface="Lexend Deca Light"/>
                          <a:ea typeface="Lexend Deca Light"/>
                          <a:cs typeface="Lexend Deca Light"/>
                          <a:sym typeface="Lexend Deca Light"/>
                        </a:rPr>
                        <a:t>Product library, quotes, invoices, eSignature**, Quickbooks integration**</a:t>
                      </a:r>
                      <a:endParaRPr sz="600">
                        <a:solidFill>
                          <a:srgbClr val="99ACC2"/>
                        </a:solidFill>
                        <a:latin typeface="Lexend Deca Light"/>
                        <a:ea typeface="Lexend Deca Light"/>
                        <a:cs typeface="Lexend Deca Light"/>
                        <a:sym typeface="Lexend Deca Light"/>
                      </a:endParaRPr>
                    </a:p>
                  </a:txBody>
                  <a:tcPr marT="45700" marB="45700" marR="45700" marL="45700" anchor="ctr">
                    <a:lnL cap="flat" cmpd="sng" w="9525">
                      <a:solidFill>
                        <a:srgbClr val="2E475D"/>
                      </a:solidFill>
                      <a:prstDash val="solid"/>
                      <a:round/>
                      <a:headEnd len="sm" w="sm" type="none"/>
                      <a:tailEnd len="sm" w="sm" type="none"/>
                    </a:lnL>
                    <a:lnR cap="flat" cmpd="sng" w="9525">
                      <a:solidFill>
                        <a:srgbClr val="2E475D"/>
                      </a:solidFill>
                      <a:prstDash val="solid"/>
                      <a:round/>
                      <a:headEnd len="sm" w="sm" type="none"/>
                      <a:tailEnd len="sm" w="sm" type="none"/>
                    </a:lnR>
                    <a:lnT cap="flat" cmpd="sng" w="9525">
                      <a:solidFill>
                        <a:srgbClr val="2E475D"/>
                      </a:solidFill>
                      <a:prstDash val="solid"/>
                      <a:round/>
                      <a:headEnd len="sm" w="sm" type="none"/>
                      <a:tailEnd len="sm" w="sm" type="none"/>
                    </a:lnT>
                    <a:lnB cap="flat" cmpd="sng" w="19050">
                      <a:solidFill>
                        <a:srgbClr val="516F9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238"/>
          <p:cNvSpPr txBox="1"/>
          <p:nvPr>
            <p:ph type="title"/>
          </p:nvPr>
        </p:nvSpPr>
        <p:spPr>
          <a:xfrm>
            <a:off x="3863175" y="1908088"/>
            <a:ext cx="4701000" cy="1231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How can we use</a:t>
            </a:r>
            <a:r>
              <a:rPr lang="en"/>
              <a:t> </a:t>
            </a:r>
            <a:br>
              <a:rPr lang="en"/>
            </a:br>
            <a:r>
              <a:rPr lang="en"/>
              <a:t>use cases in future?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6" name="Shape 1936"/>
        <p:cNvGrpSpPr/>
        <p:nvPr/>
      </p:nvGrpSpPr>
      <p:grpSpPr>
        <a:xfrm>
          <a:off x="0" y="0"/>
          <a:ext cx="0" cy="0"/>
          <a:chOff x="0" y="0"/>
          <a:chExt cx="0" cy="0"/>
        </a:xfrm>
      </p:grpSpPr>
      <p:sp>
        <p:nvSpPr>
          <p:cNvPr id="1937" name="Google Shape;1937;p239"/>
          <p:cNvSpPr txBox="1"/>
          <p:nvPr>
            <p:ph type="title"/>
          </p:nvPr>
        </p:nvSpPr>
        <p:spPr>
          <a:xfrm>
            <a:off x="501500" y="1859200"/>
            <a:ext cx="8526000" cy="293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Lexend Deca Light"/>
                <a:ea typeface="Lexend Deca Light"/>
                <a:cs typeface="Lexend Deca Light"/>
                <a:sym typeface="Lexend Deca Light"/>
              </a:rPr>
              <a:t>We will be able to work more coherently in Gro</a:t>
            </a:r>
            <a:r>
              <a:rPr lang="en" sz="1600">
                <a:solidFill>
                  <a:schemeClr val="lt1"/>
                </a:solidFill>
                <a:latin typeface="Lexend Deca Light"/>
                <a:ea typeface="Lexend Deca Light"/>
                <a:cs typeface="Lexend Deca Light"/>
                <a:sym typeface="Lexend Deca Light"/>
              </a:rPr>
              <a:t>w</a:t>
            </a:r>
            <a:r>
              <a:rPr lang="en" sz="1600">
                <a:solidFill>
                  <a:schemeClr val="lt1"/>
                </a:solidFill>
                <a:latin typeface="Lexend Deca Light"/>
                <a:ea typeface="Lexend Deca Light"/>
                <a:cs typeface="Lexend Deca Light"/>
                <a:sym typeface="Lexend Deca Light"/>
              </a:rPr>
              <a:t>th if we develop</a:t>
            </a:r>
            <a:r>
              <a:rPr lang="en" sz="1600">
                <a:solidFill>
                  <a:schemeClr val="lt1"/>
                </a:solidFill>
                <a:latin typeface="Lexend Deca Light"/>
                <a:ea typeface="Lexend Deca Light"/>
                <a:cs typeface="Lexend Deca Light"/>
                <a:sym typeface="Lexend Deca Light"/>
              </a:rPr>
              <a:t> a content framework to document the language we should use anywhere a business builder encounters a use case - whether in HubSpot or through our marketing channels.</a:t>
            </a:r>
            <a:endParaRPr sz="1600">
              <a:solidFill>
                <a:schemeClr val="lt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600">
              <a:solidFill>
                <a:schemeClr val="lt1"/>
              </a:solidFill>
              <a:latin typeface="Lexend Deca Light"/>
              <a:ea typeface="Lexend Deca Light"/>
              <a:cs typeface="Lexend Deca Light"/>
              <a:sym typeface="Lexend Deca Light"/>
            </a:endParaRPr>
          </a:p>
          <a:p>
            <a:pPr indent="0" lvl="0" marL="0" rtl="0" algn="l">
              <a:spcBef>
                <a:spcPts val="0"/>
              </a:spcBef>
              <a:spcAft>
                <a:spcPts val="0"/>
              </a:spcAft>
              <a:buNone/>
            </a:pPr>
            <a:r>
              <a:rPr lang="en" sz="1600">
                <a:solidFill>
                  <a:schemeClr val="lt1"/>
                </a:solidFill>
                <a:latin typeface="Lexend Deca Light"/>
                <a:ea typeface="Lexend Deca Light"/>
                <a:cs typeface="Lexend Deca Light"/>
                <a:sym typeface="Lexend Deca Light"/>
              </a:rPr>
              <a:t>The framework will document snippets that make it easy to for us talk to users about use cases consistently, along with guidance teams can use when we need to create new content to use in </a:t>
            </a:r>
            <a:r>
              <a:rPr lang="en" sz="1600">
                <a:solidFill>
                  <a:schemeClr val="lt1"/>
                </a:solidFill>
                <a:latin typeface="Lexend Deca Light"/>
                <a:ea typeface="Lexend Deca Light"/>
                <a:cs typeface="Lexend Deca Light"/>
                <a:sym typeface="Lexend Deca Light"/>
              </a:rPr>
              <a:t>different contexts.</a:t>
            </a:r>
            <a:endParaRPr sz="1600">
              <a:solidFill>
                <a:schemeClr val="lt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600">
              <a:solidFill>
                <a:schemeClr val="lt1"/>
              </a:solidFill>
              <a:latin typeface="Lexend Deca Light"/>
              <a:ea typeface="Lexend Deca Light"/>
              <a:cs typeface="Lexend Deca Light"/>
              <a:sym typeface="Lexend Deca Light"/>
            </a:endParaRPr>
          </a:p>
          <a:p>
            <a:pPr indent="0" lvl="0" marL="0" rtl="0" algn="l">
              <a:spcBef>
                <a:spcPts val="0"/>
              </a:spcBef>
              <a:spcAft>
                <a:spcPts val="0"/>
              </a:spcAft>
              <a:buNone/>
            </a:pPr>
            <a:r>
              <a:rPr lang="en" sz="1600">
                <a:solidFill>
                  <a:schemeClr val="lt1"/>
                </a:solidFill>
                <a:latin typeface="Lexend Deca Light"/>
                <a:ea typeface="Lexend Deca Light"/>
                <a:cs typeface="Lexend Deca Light"/>
                <a:sym typeface="Lexend Deca Light"/>
              </a:rPr>
              <a:t>The framework development should be led by Content Designers from the central team, with close involvement from Product Designers across Growth teams.</a:t>
            </a:r>
            <a:endParaRPr sz="1600">
              <a:solidFill>
                <a:schemeClr val="lt1"/>
              </a:solidFill>
              <a:latin typeface="Lexend Deca Light"/>
              <a:ea typeface="Lexend Deca Light"/>
              <a:cs typeface="Lexend Deca Light"/>
              <a:sym typeface="Lexend Deca Light"/>
            </a:endParaRPr>
          </a:p>
        </p:txBody>
      </p:sp>
      <p:sp>
        <p:nvSpPr>
          <p:cNvPr id="1938" name="Google Shape;1938;p239"/>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000">
                <a:latin typeface="Lexend Deca"/>
                <a:ea typeface="Lexend Deca"/>
                <a:cs typeface="Lexend Deca"/>
                <a:sym typeface="Lexend Deca"/>
              </a:rPr>
              <a:t>Recommendation:</a:t>
            </a:r>
            <a:r>
              <a:rPr lang="en" sz="3000">
                <a:latin typeface="Lexend Deca"/>
                <a:ea typeface="Lexend Deca"/>
                <a:cs typeface="Lexend Deca"/>
                <a:sym typeface="Lexend Deca"/>
              </a:rPr>
              <a:t> </a:t>
            </a:r>
            <a:endParaRPr sz="3000">
              <a:latin typeface="Lexend Deca"/>
              <a:ea typeface="Lexend Deca"/>
              <a:cs typeface="Lexend Deca"/>
              <a:sym typeface="Lexend Deca"/>
            </a:endParaRPr>
          </a:p>
          <a:p>
            <a:pPr indent="0" lvl="0" marL="0" rtl="0" algn="l">
              <a:spcBef>
                <a:spcPts val="0"/>
              </a:spcBef>
              <a:spcAft>
                <a:spcPts val="0"/>
              </a:spcAft>
              <a:buClr>
                <a:schemeClr val="dk1"/>
              </a:buClr>
              <a:buSzPts val="1100"/>
              <a:buFont typeface="Arial"/>
              <a:buNone/>
            </a:pPr>
            <a:r>
              <a:rPr lang="en" sz="3000">
                <a:latin typeface="Lexend Deca"/>
                <a:ea typeface="Lexend Deca"/>
                <a:cs typeface="Lexend Deca"/>
                <a:sym typeface="Lexend Deca"/>
              </a:rPr>
              <a:t>Develop a</a:t>
            </a:r>
            <a:r>
              <a:rPr lang="en" sz="3000">
                <a:solidFill>
                  <a:schemeClr val="dk1"/>
                </a:solidFill>
                <a:latin typeface="Lexend Deca"/>
                <a:ea typeface="Lexend Deca"/>
                <a:cs typeface="Lexend Deca"/>
                <a:sym typeface="Lexend Deca"/>
              </a:rPr>
              <a:t> </a:t>
            </a:r>
            <a:r>
              <a:rPr lang="en" sz="3000">
                <a:latin typeface="Lexend Deca"/>
                <a:ea typeface="Lexend Deca"/>
                <a:cs typeface="Lexend Deca"/>
                <a:sym typeface="Lexend Deca"/>
              </a:rPr>
              <a:t>framework for </a:t>
            </a:r>
            <a:r>
              <a:rPr lang="en" sz="3000">
                <a:solidFill>
                  <a:schemeClr val="dk1"/>
                </a:solidFill>
                <a:latin typeface="Lexend Deca"/>
                <a:ea typeface="Lexend Deca"/>
                <a:cs typeface="Lexend Deca"/>
                <a:sym typeface="Lexend Deca"/>
              </a:rPr>
              <a:t>use case content </a:t>
            </a:r>
            <a:endParaRPr sz="3000">
              <a:solidFill>
                <a:schemeClr val="dk1"/>
              </a:solidFill>
              <a:latin typeface="Lexend Deca"/>
              <a:ea typeface="Lexend Deca"/>
              <a:cs typeface="Lexend Deca"/>
              <a:sym typeface="Lexend Dec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2" name="Shape 1942"/>
        <p:cNvGrpSpPr/>
        <p:nvPr/>
      </p:nvGrpSpPr>
      <p:grpSpPr>
        <a:xfrm>
          <a:off x="0" y="0"/>
          <a:ext cx="0" cy="0"/>
          <a:chOff x="0" y="0"/>
          <a:chExt cx="0" cy="0"/>
        </a:xfrm>
      </p:grpSpPr>
      <p:sp>
        <p:nvSpPr>
          <p:cNvPr id="1943" name="Google Shape;1943;p240"/>
          <p:cNvSpPr txBox="1"/>
          <p:nvPr>
            <p:ph type="title"/>
          </p:nvPr>
        </p:nvSpPr>
        <p:spPr>
          <a:xfrm>
            <a:off x="501500" y="1601500"/>
            <a:ext cx="8070900" cy="234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Lexend Deca Light"/>
                <a:ea typeface="Lexend Deca Light"/>
                <a:cs typeface="Lexend Deca Light"/>
                <a:sym typeface="Lexend Deca Light"/>
              </a:rPr>
              <a:t>The next few slides look at how use cases </a:t>
            </a:r>
            <a:r>
              <a:rPr i="1" lang="en" sz="1800">
                <a:solidFill>
                  <a:schemeClr val="dk1"/>
                </a:solidFill>
                <a:latin typeface="Lexend Deca Light"/>
                <a:ea typeface="Lexend Deca Light"/>
                <a:cs typeface="Lexend Deca Light"/>
                <a:sym typeface="Lexend Deca Light"/>
              </a:rPr>
              <a:t>could</a:t>
            </a:r>
            <a:r>
              <a:rPr lang="en" sz="1800">
                <a:solidFill>
                  <a:schemeClr val="dk1"/>
                </a:solidFill>
                <a:latin typeface="Lexend Deca Light"/>
                <a:ea typeface="Lexend Deca Light"/>
                <a:cs typeface="Lexend Deca Light"/>
                <a:sym typeface="Lexend Deca Light"/>
              </a:rPr>
              <a:t> fit into a few of the Growth projects we’ve worked on recently. </a:t>
            </a:r>
            <a:br>
              <a:rPr lang="en" sz="1800">
                <a:solidFill>
                  <a:schemeClr val="dk1"/>
                </a:solidFill>
                <a:latin typeface="Lexend Deca Light"/>
                <a:ea typeface="Lexend Deca Light"/>
                <a:cs typeface="Lexend Deca Light"/>
                <a:sym typeface="Lexend Deca Light"/>
              </a:rPr>
            </a:br>
            <a:endParaRPr sz="18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lang="en" sz="1800">
                <a:solidFill>
                  <a:schemeClr val="dk1"/>
                </a:solidFill>
                <a:latin typeface="Lexend Deca Light"/>
                <a:ea typeface="Lexend Deca Light"/>
                <a:cs typeface="Lexend Deca Light"/>
                <a:sym typeface="Lexend Deca Light"/>
              </a:rPr>
              <a:t>I’ll use very high-level example content and design to get the idea across and start the conversation. </a:t>
            </a:r>
            <a:endParaRPr sz="18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8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lang="en" sz="1800">
                <a:solidFill>
                  <a:schemeClr val="dk1"/>
                </a:solidFill>
                <a:latin typeface="Lexend Deca Light"/>
                <a:ea typeface="Lexend Deca Light"/>
                <a:cs typeface="Lexend Deca Light"/>
                <a:sym typeface="Lexend Deca Light"/>
              </a:rPr>
              <a:t>Everything can and should be adapted by the teams working on these projects!</a:t>
            </a:r>
            <a:endParaRPr sz="1800">
              <a:solidFill>
                <a:schemeClr val="dk1"/>
              </a:solidFill>
              <a:latin typeface="Lexend Deca Light"/>
              <a:ea typeface="Lexend Deca Light"/>
              <a:cs typeface="Lexend Deca Light"/>
              <a:sym typeface="Lexend Deca Light"/>
            </a:endParaRPr>
          </a:p>
        </p:txBody>
      </p:sp>
      <p:sp>
        <p:nvSpPr>
          <p:cNvPr id="1944" name="Google Shape;1944;p240"/>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solidFill>
                  <a:schemeClr val="dk1"/>
                </a:solidFill>
                <a:latin typeface="Lexend Deca"/>
                <a:ea typeface="Lexend Deca"/>
                <a:cs typeface="Lexend Deca"/>
                <a:sym typeface="Lexend Deca"/>
              </a:rPr>
              <a:t>A quick clarification</a:t>
            </a:r>
            <a:endParaRPr sz="4000">
              <a:solidFill>
                <a:schemeClr val="dk1"/>
              </a:solidFill>
              <a:latin typeface="Lexend Deca"/>
              <a:ea typeface="Lexend Deca"/>
              <a:cs typeface="Lexend Deca"/>
              <a:sym typeface="Lexend Dec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241"/>
          <p:cNvSpPr txBox="1"/>
          <p:nvPr>
            <p:ph type="title"/>
          </p:nvPr>
        </p:nvSpPr>
        <p:spPr>
          <a:xfrm>
            <a:off x="453175" y="578858"/>
            <a:ext cx="85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700">
                <a:solidFill>
                  <a:schemeClr val="lt1"/>
                </a:solidFill>
                <a:latin typeface="Lexend Deca"/>
                <a:ea typeface="Lexend Deca"/>
                <a:cs typeface="Lexend Deca"/>
                <a:sym typeface="Lexend Deca"/>
              </a:rPr>
              <a:t>What could the framework look like?</a:t>
            </a:r>
            <a:endParaRPr sz="2700">
              <a:solidFill>
                <a:schemeClr val="lt1"/>
              </a:solidFill>
              <a:latin typeface="Lexend Deca"/>
              <a:ea typeface="Lexend Deca"/>
              <a:cs typeface="Lexend Deca"/>
              <a:sym typeface="Lexend Deca"/>
            </a:endParaRPr>
          </a:p>
          <a:p>
            <a:pPr indent="0" lvl="0" marL="0" rtl="0" algn="l">
              <a:spcBef>
                <a:spcPts val="0"/>
              </a:spcBef>
              <a:spcAft>
                <a:spcPts val="0"/>
              </a:spcAft>
              <a:buClr>
                <a:schemeClr val="dk1"/>
              </a:buClr>
              <a:buSzPts val="1100"/>
              <a:buFont typeface="Arial"/>
              <a:buNone/>
            </a:pPr>
            <a:r>
              <a:rPr b="1" lang="en" sz="2700">
                <a:solidFill>
                  <a:schemeClr val="lt1"/>
                </a:solidFill>
                <a:latin typeface="Lexend Deca"/>
                <a:ea typeface="Lexend Deca"/>
                <a:cs typeface="Lexend Deca"/>
                <a:sym typeface="Lexend Deca"/>
              </a:rPr>
              <a:t>Use case and value props</a:t>
            </a:r>
            <a:endParaRPr b="1" sz="2700">
              <a:solidFill>
                <a:schemeClr val="lt1"/>
              </a:solidFill>
              <a:latin typeface="Lexend Deca"/>
              <a:ea typeface="Lexend Deca"/>
              <a:cs typeface="Lexend Deca"/>
              <a:sym typeface="Lexend Deca"/>
            </a:endParaRPr>
          </a:p>
        </p:txBody>
      </p:sp>
      <p:graphicFrame>
        <p:nvGraphicFramePr>
          <p:cNvPr id="1950" name="Google Shape;1950;p241"/>
          <p:cNvGraphicFramePr/>
          <p:nvPr/>
        </p:nvGraphicFramePr>
        <p:xfrm>
          <a:off x="174813" y="2532438"/>
          <a:ext cx="3000000" cy="3000000"/>
        </p:xfrm>
        <a:graphic>
          <a:graphicData uri="http://schemas.openxmlformats.org/drawingml/2006/table">
            <a:tbl>
              <a:tblPr>
                <a:noFill/>
                <a:tableStyleId>{2956295A-284B-434D-9FE9-A0E4271B7B66}</a:tableStyleId>
              </a:tblPr>
              <a:tblGrid>
                <a:gridCol w="1241300"/>
                <a:gridCol w="1763400"/>
                <a:gridCol w="2991950"/>
                <a:gridCol w="2736275"/>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chemeClr val="lt1"/>
                          </a:solidFill>
                          <a:latin typeface="Lexend Deca"/>
                          <a:ea typeface="Lexend Deca"/>
                          <a:cs typeface="Lexend Deca"/>
                          <a:sym typeface="Lexend Deca"/>
                        </a:rPr>
                        <a:t>Use case c</a:t>
                      </a:r>
                      <a:r>
                        <a:rPr b="1" lang="en" sz="1000">
                          <a:solidFill>
                            <a:schemeClr val="lt1"/>
                          </a:solidFill>
                          <a:latin typeface="Lexend Deca"/>
                          <a:ea typeface="Lexend Deca"/>
                          <a:cs typeface="Lexend Deca"/>
                          <a:sym typeface="Lexend Deca"/>
                        </a:rPr>
                        <a:t>opy snippets for </a:t>
                      </a:r>
                      <a:r>
                        <a:rPr b="1" lang="en" sz="1000">
                          <a:solidFill>
                            <a:schemeClr val="lt1"/>
                          </a:solidFill>
                          <a:latin typeface="Lexend Deca"/>
                          <a:ea typeface="Lexend Deca"/>
                          <a:cs typeface="Lexend Deca"/>
                          <a:sym typeface="Lexend Deca"/>
                        </a:rPr>
                        <a:t>Business Builder</a:t>
                      </a:r>
                      <a:r>
                        <a:rPr b="1" lang="en" sz="1000">
                          <a:solidFill>
                            <a:schemeClr val="lt1"/>
                          </a:solidFill>
                          <a:latin typeface="Lexend Deca"/>
                          <a:ea typeface="Lexend Deca"/>
                          <a:cs typeface="Lexend Deca"/>
                          <a:sym typeface="Lexend Deca"/>
                        </a:rPr>
                        <a:t>s</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chemeClr val="lt1"/>
                          </a:solidFill>
                          <a:latin typeface="Lexend Deca"/>
                          <a:ea typeface="Lexend Deca"/>
                          <a:cs typeface="Lexend Deca"/>
                          <a:sym typeface="Lexend Deca"/>
                        </a:rPr>
                        <a:t>Core value proposition copy snippets*</a:t>
                      </a:r>
                      <a:endParaRPr b="1" sz="1000">
                        <a:solidFill>
                          <a:schemeClr val="lt1"/>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Guidance*</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r>
              <a:tr h="371000">
                <a:tc rowSpan="5">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Generate leads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rowSpan="5">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Attract and convert customers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5">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Reach new customers and automate followups.</a:t>
                      </a:r>
                      <a:br>
                        <a:rPr lang="en" sz="1000">
                          <a:solidFill>
                            <a:schemeClr val="dk1"/>
                          </a:solidFill>
                          <a:latin typeface="Lexend Deca"/>
                          <a:ea typeface="Lexend Deca"/>
                          <a:cs typeface="Lexend Deca"/>
                          <a:sym typeface="Lexend Deca"/>
                        </a:rPr>
                      </a:br>
                      <a:endParaRPr sz="1000">
                        <a:solidFill>
                          <a:schemeClr val="dk1"/>
                        </a:solidFill>
                        <a:latin typeface="Lexend Deca"/>
                        <a:ea typeface="Lexend Deca"/>
                        <a:cs typeface="Lexend Deca"/>
                        <a:sym typeface="Lexend Deca"/>
                      </a:endParaRPr>
                    </a:p>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Grow your list of people who want to buy from you.</a:t>
                      </a:r>
                      <a:endParaRPr sz="1000">
                        <a:solidFill>
                          <a:schemeClr val="dk1"/>
                        </a:solidFill>
                        <a:latin typeface="Lexend Deca"/>
                        <a:ea typeface="Lexend Deca"/>
                        <a:cs typeface="Lexend Deca"/>
                        <a:sym typeface="Lexend Deca"/>
                      </a:endParaRPr>
                    </a:p>
                    <a:p>
                      <a:pPr indent="0" lvl="0" marL="0" rtl="0" algn="l">
                        <a:lnSpc>
                          <a:spcPct val="115000"/>
                        </a:lnSpc>
                        <a:spcBef>
                          <a:spcPts val="0"/>
                        </a:spcBef>
                        <a:spcAft>
                          <a:spcPts val="0"/>
                        </a:spcAft>
                        <a:buNone/>
                      </a:pPr>
                      <a:r>
                        <a:t/>
                      </a:r>
                      <a:endParaRPr sz="1000">
                        <a:solidFill>
                          <a:schemeClr val="dk1"/>
                        </a:solidFill>
                        <a:latin typeface="Lexend Deca"/>
                        <a:ea typeface="Lexend Deca"/>
                        <a:cs typeface="Lexend Deca"/>
                        <a:sym typeface="Lexend Deca"/>
                      </a:endParaRPr>
                    </a:p>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Capture website visitors and engage them by generating effective, targeted content.</a:t>
                      </a:r>
                      <a:endParaRPr sz="1000">
                        <a:solidFill>
                          <a:schemeClr val="dk1"/>
                        </a:solidFill>
                        <a:latin typeface="Lexend Deca"/>
                        <a:ea typeface="Lexend Deca"/>
                        <a:cs typeface="Lexend Deca"/>
                        <a:sym typeface="Lexend Deca"/>
                      </a:endParaRPr>
                    </a:p>
                    <a:p>
                      <a:pPr indent="0" lvl="0" marL="0" rtl="0" algn="l">
                        <a:lnSpc>
                          <a:spcPct val="115000"/>
                        </a:lnSpc>
                        <a:spcBef>
                          <a:spcPts val="0"/>
                        </a:spcBef>
                        <a:spcAft>
                          <a:spcPts val="0"/>
                        </a:spcAft>
                        <a:buNone/>
                      </a:pPr>
                      <a:r>
                        <a:t/>
                      </a:r>
                      <a:endParaRPr sz="1000">
                        <a:solidFill>
                          <a:schemeClr val="dk1"/>
                        </a:solidFill>
                        <a:latin typeface="Lexend Deca"/>
                        <a:ea typeface="Lexend Deca"/>
                        <a:cs typeface="Lexend Deca"/>
                        <a:sym typeface="Lexend Deca"/>
                      </a:endParaRPr>
                    </a:p>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Convert contacts when you’re confident that they’re ready to buy.</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5">
                  <a:txBody>
                    <a:bodyPr/>
                    <a:lstStyle/>
                    <a:p>
                      <a:pPr indent="0" lvl="0" marL="0" rtl="0" algn="l">
                        <a:spcBef>
                          <a:spcPts val="0"/>
                        </a:spcBef>
                        <a:spcAft>
                          <a:spcPts val="0"/>
                        </a:spcAft>
                        <a:buNone/>
                      </a:pPr>
                      <a:r>
                        <a:rPr lang="en" sz="1000">
                          <a:solidFill>
                            <a:schemeClr val="dk1"/>
                          </a:solidFill>
                          <a:latin typeface="Lexend Deca"/>
                          <a:ea typeface="Lexend Deca"/>
                          <a:cs typeface="Lexend Deca"/>
                          <a:sym typeface="Lexend Deca"/>
                        </a:rPr>
                        <a:t>Focus on how HubSpot simplifies lead generation by automating repetitive tasks. </a:t>
                      </a:r>
                      <a:br>
                        <a:rPr lang="en" sz="1000">
                          <a:solidFill>
                            <a:schemeClr val="dk1"/>
                          </a:solidFill>
                          <a:latin typeface="Lexend Deca"/>
                          <a:ea typeface="Lexend Deca"/>
                          <a:cs typeface="Lexend Deca"/>
                          <a:sym typeface="Lexend Deca"/>
                        </a:rPr>
                      </a:br>
                      <a:br>
                        <a:rPr lang="en" sz="1000">
                          <a:solidFill>
                            <a:schemeClr val="dk1"/>
                          </a:solidFill>
                          <a:latin typeface="Lexend Deca"/>
                          <a:ea typeface="Lexend Deca"/>
                          <a:cs typeface="Lexend Deca"/>
                          <a:sym typeface="Lexend Deca"/>
                        </a:rPr>
                      </a:br>
                      <a:r>
                        <a:rPr lang="en" sz="1000">
                          <a:solidFill>
                            <a:schemeClr val="dk1"/>
                          </a:solidFill>
                          <a:latin typeface="Lexend Deca"/>
                          <a:ea typeface="Lexend Deca"/>
                          <a:cs typeface="Lexend Deca"/>
                          <a:sym typeface="Lexend Deca"/>
                        </a:rPr>
                        <a:t>Generative AI can help scale and target lead generation to make it more effective. </a:t>
                      </a:r>
                      <a:endParaRPr sz="10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0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000">
                          <a:solidFill>
                            <a:schemeClr val="dk1"/>
                          </a:solidFill>
                          <a:latin typeface="Lexend Deca"/>
                          <a:ea typeface="Lexend Deca"/>
                          <a:cs typeface="Lexend Deca"/>
                          <a:sym typeface="Lexend Deca"/>
                        </a:rPr>
                        <a:t>Connect the value props to specific features where appropriate.</a:t>
                      </a:r>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vMerge="1"/>
                <a:tc vMerge="1"/>
                <a:tc vMerge="1"/>
              </a:tr>
              <a:tr h="371000">
                <a:tc vMerge="1"/>
                <a:tc vMerge="1"/>
                <a:tc vMerge="1"/>
                <a:tc vMerge="1"/>
              </a:tr>
              <a:tr h="371000">
                <a:tc vMerge="1"/>
                <a:tc vMerge="1"/>
                <a:tc vMerge="1"/>
                <a:tc vMerge="1"/>
              </a:tr>
              <a:tr h="371000">
                <a:tc vMerge="1"/>
                <a:tc vMerge="1"/>
                <a:tc vMerge="1"/>
                <a:tc vMerge="1"/>
              </a:tr>
            </a:tbl>
          </a:graphicData>
        </a:graphic>
      </p:graphicFrame>
      <p:cxnSp>
        <p:nvCxnSpPr>
          <p:cNvPr id="1951" name="Google Shape;1951;p241"/>
          <p:cNvCxnSpPr/>
          <p:nvPr/>
        </p:nvCxnSpPr>
        <p:spPr>
          <a:xfrm>
            <a:off x="2153900" y="2215675"/>
            <a:ext cx="0" cy="374700"/>
          </a:xfrm>
          <a:prstGeom prst="straightConnector1">
            <a:avLst/>
          </a:prstGeom>
          <a:noFill/>
          <a:ln cap="flat" cmpd="sng" w="38100">
            <a:solidFill>
              <a:schemeClr val="accent1"/>
            </a:solidFill>
            <a:prstDash val="solid"/>
            <a:round/>
            <a:headEnd len="med" w="med" type="none"/>
            <a:tailEnd len="med" w="med" type="triangle"/>
          </a:ln>
        </p:spPr>
      </p:cxnSp>
      <p:sp>
        <p:nvSpPr>
          <p:cNvPr id="1952" name="Google Shape;1952;p241"/>
          <p:cNvSpPr txBox="1"/>
          <p:nvPr>
            <p:ph type="title"/>
          </p:nvPr>
        </p:nvSpPr>
        <p:spPr>
          <a:xfrm>
            <a:off x="174825" y="1718300"/>
            <a:ext cx="1347600" cy="37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The “federal” use case</a:t>
            </a:r>
            <a:endParaRPr sz="1200">
              <a:solidFill>
                <a:schemeClr val="dk1"/>
              </a:solidFill>
              <a:latin typeface="Lexend Deca"/>
              <a:ea typeface="Lexend Deca"/>
              <a:cs typeface="Lexend Deca"/>
              <a:sym typeface="Lexend Deca"/>
            </a:endParaRPr>
          </a:p>
        </p:txBody>
      </p:sp>
      <p:sp>
        <p:nvSpPr>
          <p:cNvPr id="1953" name="Google Shape;1953;p241"/>
          <p:cNvSpPr txBox="1"/>
          <p:nvPr>
            <p:ph type="title"/>
          </p:nvPr>
        </p:nvSpPr>
        <p:spPr>
          <a:xfrm>
            <a:off x="1522350" y="1770175"/>
            <a:ext cx="1649700" cy="4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this relates to Business Builders</a:t>
            </a:r>
            <a:endParaRPr sz="1200">
              <a:solidFill>
                <a:schemeClr val="dk1"/>
              </a:solidFill>
              <a:latin typeface="Lexend Deca"/>
              <a:ea typeface="Lexend Deca"/>
              <a:cs typeface="Lexend Deca"/>
              <a:sym typeface="Lexend Deca"/>
            </a:endParaRPr>
          </a:p>
        </p:txBody>
      </p:sp>
      <p:cxnSp>
        <p:nvCxnSpPr>
          <p:cNvPr id="1954" name="Google Shape;1954;p241"/>
          <p:cNvCxnSpPr/>
          <p:nvPr/>
        </p:nvCxnSpPr>
        <p:spPr>
          <a:xfrm>
            <a:off x="719050" y="2215675"/>
            <a:ext cx="0" cy="398400"/>
          </a:xfrm>
          <a:prstGeom prst="straightConnector1">
            <a:avLst/>
          </a:prstGeom>
          <a:noFill/>
          <a:ln cap="flat" cmpd="sng" w="38100">
            <a:solidFill>
              <a:schemeClr val="accent1"/>
            </a:solidFill>
            <a:prstDash val="solid"/>
            <a:round/>
            <a:headEnd len="med" w="med" type="none"/>
            <a:tailEnd len="med" w="med" type="triangle"/>
          </a:ln>
        </p:spPr>
      </p:cxnSp>
      <p:cxnSp>
        <p:nvCxnSpPr>
          <p:cNvPr id="1955" name="Google Shape;1955;p241"/>
          <p:cNvCxnSpPr/>
          <p:nvPr/>
        </p:nvCxnSpPr>
        <p:spPr>
          <a:xfrm>
            <a:off x="4529225" y="2186800"/>
            <a:ext cx="8100" cy="403500"/>
          </a:xfrm>
          <a:prstGeom prst="straightConnector1">
            <a:avLst/>
          </a:prstGeom>
          <a:noFill/>
          <a:ln cap="flat" cmpd="sng" w="38100">
            <a:solidFill>
              <a:schemeClr val="accent1"/>
            </a:solidFill>
            <a:prstDash val="solid"/>
            <a:round/>
            <a:headEnd len="med" w="med" type="none"/>
            <a:tailEnd len="med" w="med" type="triangle"/>
          </a:ln>
        </p:spPr>
      </p:cxnSp>
      <p:sp>
        <p:nvSpPr>
          <p:cNvPr id="1956" name="Google Shape;1956;p241"/>
          <p:cNvSpPr txBox="1"/>
          <p:nvPr>
            <p:ph type="title"/>
          </p:nvPr>
        </p:nvSpPr>
        <p:spPr>
          <a:xfrm>
            <a:off x="3242275" y="1874900"/>
            <a:ext cx="2947800" cy="35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the </a:t>
            </a:r>
            <a:r>
              <a:rPr lang="en" sz="1200">
                <a:solidFill>
                  <a:schemeClr val="dk1"/>
                </a:solidFill>
                <a:latin typeface="Lexend Deca"/>
                <a:ea typeface="Lexend Deca"/>
                <a:cs typeface="Lexend Deca"/>
                <a:sym typeface="Lexend Deca"/>
              </a:rPr>
              <a:t>use case adds value</a:t>
            </a:r>
            <a:endParaRPr sz="1200">
              <a:solidFill>
                <a:schemeClr val="dk1"/>
              </a:solidFill>
              <a:latin typeface="Lexend Deca"/>
              <a:ea typeface="Lexend Deca"/>
              <a:cs typeface="Lexend Deca"/>
              <a:sym typeface="Lexend Deca"/>
            </a:endParaRPr>
          </a:p>
        </p:txBody>
      </p:sp>
      <p:cxnSp>
        <p:nvCxnSpPr>
          <p:cNvPr id="1957" name="Google Shape;1957;p241"/>
          <p:cNvCxnSpPr>
            <a:stCxn id="1958" idx="2"/>
          </p:cNvCxnSpPr>
          <p:nvPr/>
        </p:nvCxnSpPr>
        <p:spPr>
          <a:xfrm>
            <a:off x="7575375" y="2215700"/>
            <a:ext cx="600" cy="331500"/>
          </a:xfrm>
          <a:prstGeom prst="straightConnector1">
            <a:avLst/>
          </a:prstGeom>
          <a:noFill/>
          <a:ln cap="flat" cmpd="sng" w="38100">
            <a:solidFill>
              <a:schemeClr val="accent1"/>
            </a:solidFill>
            <a:prstDash val="solid"/>
            <a:round/>
            <a:headEnd len="med" w="med" type="none"/>
            <a:tailEnd len="med" w="med" type="triangle"/>
          </a:ln>
        </p:spPr>
      </p:cxnSp>
      <p:sp>
        <p:nvSpPr>
          <p:cNvPr id="1958" name="Google Shape;1958;p241"/>
          <p:cNvSpPr txBox="1"/>
          <p:nvPr>
            <p:ph type="title"/>
          </p:nvPr>
        </p:nvSpPr>
        <p:spPr>
          <a:xfrm>
            <a:off x="6171525" y="1874900"/>
            <a:ext cx="2807700" cy="34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to use this content</a:t>
            </a:r>
            <a:endParaRPr sz="1200">
              <a:solidFill>
                <a:schemeClr val="dk1"/>
              </a:solidFill>
              <a:latin typeface="Lexend Deca"/>
              <a:ea typeface="Lexend Deca"/>
              <a:cs typeface="Lexend Deca"/>
              <a:sym typeface="Lexend Deca"/>
            </a:endParaRPr>
          </a:p>
        </p:txBody>
      </p:sp>
      <p:sp>
        <p:nvSpPr>
          <p:cNvPr id="1959" name="Google Shape;1959;p241"/>
          <p:cNvSpPr txBox="1"/>
          <p:nvPr/>
        </p:nvSpPr>
        <p:spPr>
          <a:xfrm>
            <a:off x="3179525" y="4812700"/>
            <a:ext cx="5641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Lexend Deca"/>
                <a:ea typeface="Lexend Deca"/>
                <a:cs typeface="Lexend Deca"/>
                <a:sym typeface="Lexend Deca"/>
              </a:rPr>
              <a:t>*These are just examples - lots more work required to develop the right value props and guidance!</a:t>
            </a:r>
            <a:endParaRPr sz="13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242"/>
          <p:cNvSpPr txBox="1"/>
          <p:nvPr>
            <p:ph type="title"/>
          </p:nvPr>
        </p:nvSpPr>
        <p:spPr>
          <a:xfrm>
            <a:off x="453175" y="578858"/>
            <a:ext cx="85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700">
                <a:solidFill>
                  <a:schemeClr val="lt1"/>
                </a:solidFill>
                <a:latin typeface="Lexend Deca"/>
                <a:ea typeface="Lexend Deca"/>
                <a:cs typeface="Lexend Deca"/>
                <a:sym typeface="Lexend Deca"/>
              </a:rPr>
              <a:t>What could the framework look like?</a:t>
            </a:r>
            <a:endParaRPr sz="2700">
              <a:solidFill>
                <a:schemeClr val="lt1"/>
              </a:solidFill>
              <a:latin typeface="Lexend Deca"/>
              <a:ea typeface="Lexend Deca"/>
              <a:cs typeface="Lexend Deca"/>
              <a:sym typeface="Lexend Deca"/>
            </a:endParaRPr>
          </a:p>
          <a:p>
            <a:pPr indent="0" lvl="0" marL="0" rtl="0" algn="l">
              <a:spcBef>
                <a:spcPts val="0"/>
              </a:spcBef>
              <a:spcAft>
                <a:spcPts val="0"/>
              </a:spcAft>
              <a:buClr>
                <a:schemeClr val="dk1"/>
              </a:buClr>
              <a:buSzPts val="1100"/>
              <a:buFont typeface="Arial"/>
              <a:buNone/>
            </a:pPr>
            <a:r>
              <a:rPr b="1" lang="en" sz="2700">
                <a:solidFill>
                  <a:schemeClr val="lt1"/>
                </a:solidFill>
                <a:latin typeface="Lexend Deca"/>
                <a:ea typeface="Lexend Deca"/>
                <a:cs typeface="Lexend Deca"/>
                <a:sym typeface="Lexend Deca"/>
              </a:rPr>
              <a:t>Feature-level</a:t>
            </a:r>
            <a:endParaRPr b="1" sz="2700">
              <a:solidFill>
                <a:schemeClr val="lt1"/>
              </a:solidFill>
              <a:latin typeface="Lexend Deca"/>
              <a:ea typeface="Lexend Deca"/>
              <a:cs typeface="Lexend Deca"/>
              <a:sym typeface="Lexend Deca"/>
            </a:endParaRPr>
          </a:p>
        </p:txBody>
      </p:sp>
      <p:sp>
        <p:nvSpPr>
          <p:cNvPr id="1965" name="Google Shape;1965;p242"/>
          <p:cNvSpPr txBox="1"/>
          <p:nvPr/>
        </p:nvSpPr>
        <p:spPr>
          <a:xfrm>
            <a:off x="2839100" y="4812700"/>
            <a:ext cx="5982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Lexend Deca"/>
                <a:ea typeface="Lexend Deca"/>
                <a:cs typeface="Lexend Deca"/>
                <a:sym typeface="Lexend Deca"/>
              </a:rPr>
              <a:t>*These are just examples - lots more work required to develop the right value props and guidance!</a:t>
            </a:r>
            <a:endParaRPr sz="1300">
              <a:solidFill>
                <a:schemeClr val="dk1"/>
              </a:solidFill>
            </a:endParaRPr>
          </a:p>
        </p:txBody>
      </p:sp>
      <p:graphicFrame>
        <p:nvGraphicFramePr>
          <p:cNvPr id="1966" name="Google Shape;1966;p242"/>
          <p:cNvGraphicFramePr/>
          <p:nvPr/>
        </p:nvGraphicFramePr>
        <p:xfrm>
          <a:off x="174813" y="2761038"/>
          <a:ext cx="3000000" cy="3000000"/>
        </p:xfrm>
        <a:graphic>
          <a:graphicData uri="http://schemas.openxmlformats.org/drawingml/2006/table">
            <a:tbl>
              <a:tblPr>
                <a:noFill/>
                <a:tableStyleId>{2956295A-284B-434D-9FE9-A0E4271B7B66}</a:tableStyleId>
              </a:tblPr>
              <a:tblGrid>
                <a:gridCol w="1032750"/>
                <a:gridCol w="1631525"/>
                <a:gridCol w="3641500"/>
                <a:gridCol w="2276500"/>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Feature</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Feature </a:t>
                      </a:r>
                      <a:r>
                        <a:rPr b="1" lang="en" sz="1000">
                          <a:solidFill>
                            <a:srgbClr val="FFFFFF"/>
                          </a:solidFill>
                          <a:latin typeface="Lexend Deca"/>
                          <a:ea typeface="Lexend Deca"/>
                          <a:cs typeface="Lexend Deca"/>
                          <a:sym typeface="Lexend Deca"/>
                        </a:rPr>
                        <a:t>value proposition copy snippets*</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Guidance*</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r>
              <a:tr h="371000">
                <a:tc rowSpan="5">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Generate leads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rowSpan="3">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Forms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Create professional-looking forms to convert website visitors into leads</a:t>
                      </a:r>
                      <a:endParaRPr sz="1000">
                        <a:solidFill>
                          <a:schemeClr val="dk1"/>
                        </a:solidFill>
                        <a:latin typeface="Lexend Deca"/>
                        <a:ea typeface="Lexend Deca"/>
                        <a:cs typeface="Lexend Deca"/>
                        <a:sym typeface="Lexend Deca"/>
                      </a:endParaRPr>
                    </a:p>
                  </a:txBody>
                  <a:tcPr marT="19050" marB="19050" marR="28575" marL="28575" anchor="b">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3">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Focus on ease and automation. Where possible, put forms in the context of the broader Lead Gen journey.</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vMerge="1"/>
                <a:tc>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Gather customer insights from form submissions with ease</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vMerge="1"/>
              </a:tr>
              <a:tr h="371000">
                <a:tc vMerge="1"/>
                <a:tc vMerge="1"/>
                <a:tc>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Build smarter forms with automated follow-ups based on what leads share with you</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vMerge="1"/>
              </a:tr>
              <a:tr h="371000">
                <a:tc vMerge="1"/>
                <a:tc rowSpan="2">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Landing pages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Create landing pages from templates that represent your brand</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Give reassurance that minimizes the technical part of creating web pages.</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vMerge="1"/>
                <a:tc>
                  <a:txBody>
                    <a:bodyPr/>
                    <a:lstStyle/>
                    <a:p>
                      <a:pPr indent="0" lvl="0" marL="0" rtl="0" algn="l">
                        <a:lnSpc>
                          <a:spcPct val="115000"/>
                        </a:lnSpc>
                        <a:spcBef>
                          <a:spcPts val="0"/>
                        </a:spcBef>
                        <a:spcAft>
                          <a:spcPts val="0"/>
                        </a:spcAft>
                        <a:buNone/>
                      </a:pPr>
                      <a:r>
                        <a:rPr lang="en" sz="1000">
                          <a:solidFill>
                            <a:schemeClr val="dk1"/>
                          </a:solidFill>
                          <a:latin typeface="Lexend Deca"/>
                          <a:ea typeface="Lexend Deca"/>
                          <a:cs typeface="Lexend Deca"/>
                          <a:sym typeface="Lexend Deca"/>
                        </a:rPr>
                        <a:t>Get found online with pages optimized for search engines, so visitors can find your content</a:t>
                      </a:r>
                      <a:endParaRPr sz="1000">
                        <a:solidFill>
                          <a:schemeClr val="dk1"/>
                        </a:solidFill>
                        <a:latin typeface="Lexend Deca"/>
                        <a:ea typeface="Lexend Deca"/>
                        <a:cs typeface="Lexend Deca"/>
                        <a:sym typeface="Lexend Deca"/>
                      </a:endParaRPr>
                    </a:p>
                  </a:txBody>
                  <a:tcPr marT="19050" marB="19050" marR="28575" marL="28575" anchor="ctr">
                    <a:lnL cap="flat" cmpd="sng" w="9525">
                      <a:solidFill>
                        <a:srgbClr val="516F90"/>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vMerge="1"/>
              </a:tr>
            </a:tbl>
          </a:graphicData>
        </a:graphic>
      </p:graphicFrame>
      <p:cxnSp>
        <p:nvCxnSpPr>
          <p:cNvPr id="1967" name="Google Shape;1967;p242"/>
          <p:cNvCxnSpPr/>
          <p:nvPr/>
        </p:nvCxnSpPr>
        <p:spPr>
          <a:xfrm>
            <a:off x="692275" y="2334906"/>
            <a:ext cx="0" cy="433500"/>
          </a:xfrm>
          <a:prstGeom prst="straightConnector1">
            <a:avLst/>
          </a:prstGeom>
          <a:noFill/>
          <a:ln cap="flat" cmpd="sng" w="38100">
            <a:solidFill>
              <a:schemeClr val="accent1"/>
            </a:solidFill>
            <a:prstDash val="solid"/>
            <a:round/>
            <a:headEnd len="med" w="med" type="none"/>
            <a:tailEnd len="med" w="med" type="triangle"/>
          </a:ln>
        </p:spPr>
      </p:cxnSp>
      <p:cxnSp>
        <p:nvCxnSpPr>
          <p:cNvPr id="1968" name="Google Shape;1968;p242"/>
          <p:cNvCxnSpPr/>
          <p:nvPr/>
        </p:nvCxnSpPr>
        <p:spPr>
          <a:xfrm>
            <a:off x="2023400" y="2279470"/>
            <a:ext cx="0" cy="489000"/>
          </a:xfrm>
          <a:prstGeom prst="straightConnector1">
            <a:avLst/>
          </a:prstGeom>
          <a:noFill/>
          <a:ln cap="flat" cmpd="sng" w="38100">
            <a:solidFill>
              <a:schemeClr val="accent1"/>
            </a:solidFill>
            <a:prstDash val="solid"/>
            <a:round/>
            <a:headEnd len="med" w="med" type="none"/>
            <a:tailEnd len="med" w="med" type="triangle"/>
          </a:ln>
        </p:spPr>
      </p:cxnSp>
      <p:sp>
        <p:nvSpPr>
          <p:cNvPr id="1969" name="Google Shape;1969;p242"/>
          <p:cNvSpPr txBox="1"/>
          <p:nvPr>
            <p:ph type="title"/>
          </p:nvPr>
        </p:nvSpPr>
        <p:spPr>
          <a:xfrm>
            <a:off x="1207700" y="1736350"/>
            <a:ext cx="1631400" cy="69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to achieve your use case</a:t>
            </a:r>
            <a:endParaRPr sz="1200">
              <a:solidFill>
                <a:schemeClr val="dk1"/>
              </a:solidFill>
              <a:latin typeface="Lexend Deca"/>
              <a:ea typeface="Lexend Deca"/>
              <a:cs typeface="Lexend Deca"/>
              <a:sym typeface="Lexend Deca"/>
            </a:endParaRPr>
          </a:p>
        </p:txBody>
      </p:sp>
      <p:cxnSp>
        <p:nvCxnSpPr>
          <p:cNvPr id="1970" name="Google Shape;1970;p242"/>
          <p:cNvCxnSpPr/>
          <p:nvPr/>
        </p:nvCxnSpPr>
        <p:spPr>
          <a:xfrm>
            <a:off x="4659800" y="2244150"/>
            <a:ext cx="0" cy="522600"/>
          </a:xfrm>
          <a:prstGeom prst="straightConnector1">
            <a:avLst/>
          </a:prstGeom>
          <a:noFill/>
          <a:ln cap="flat" cmpd="sng" w="38100">
            <a:solidFill>
              <a:schemeClr val="accent1"/>
            </a:solidFill>
            <a:prstDash val="solid"/>
            <a:round/>
            <a:headEnd len="med" w="med" type="none"/>
            <a:tailEnd len="med" w="med" type="triangle"/>
          </a:ln>
        </p:spPr>
      </p:cxnSp>
      <p:sp>
        <p:nvSpPr>
          <p:cNvPr id="1971" name="Google Shape;1971;p242"/>
          <p:cNvSpPr txBox="1"/>
          <p:nvPr>
            <p:ph type="title"/>
          </p:nvPr>
        </p:nvSpPr>
        <p:spPr>
          <a:xfrm>
            <a:off x="2895475" y="1741600"/>
            <a:ext cx="3641400" cy="6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we talk about getting this done</a:t>
            </a:r>
            <a:endParaRPr sz="1200">
              <a:solidFill>
                <a:schemeClr val="dk1"/>
              </a:solidFill>
              <a:latin typeface="Lexend Deca"/>
              <a:ea typeface="Lexend Deca"/>
              <a:cs typeface="Lexend Deca"/>
              <a:sym typeface="Lexend Deca"/>
            </a:endParaRPr>
          </a:p>
        </p:txBody>
      </p:sp>
      <p:cxnSp>
        <p:nvCxnSpPr>
          <p:cNvPr id="1972" name="Google Shape;1972;p242"/>
          <p:cNvCxnSpPr/>
          <p:nvPr/>
        </p:nvCxnSpPr>
        <p:spPr>
          <a:xfrm>
            <a:off x="7618800" y="2279506"/>
            <a:ext cx="0" cy="487200"/>
          </a:xfrm>
          <a:prstGeom prst="straightConnector1">
            <a:avLst/>
          </a:prstGeom>
          <a:noFill/>
          <a:ln cap="flat" cmpd="sng" w="38100">
            <a:solidFill>
              <a:schemeClr val="accent1"/>
            </a:solidFill>
            <a:prstDash val="solid"/>
            <a:round/>
            <a:headEnd len="med" w="med" type="none"/>
            <a:tailEnd len="med" w="med" type="triangle"/>
          </a:ln>
        </p:spPr>
      </p:cxnSp>
      <p:sp>
        <p:nvSpPr>
          <p:cNvPr id="1973" name="Google Shape;1973;p242"/>
          <p:cNvSpPr txBox="1"/>
          <p:nvPr>
            <p:ph type="title"/>
          </p:nvPr>
        </p:nvSpPr>
        <p:spPr>
          <a:xfrm>
            <a:off x="6480600" y="1736350"/>
            <a:ext cx="2276400" cy="64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How to use this content</a:t>
            </a:r>
            <a:endParaRPr sz="1200">
              <a:solidFill>
                <a:schemeClr val="dk1"/>
              </a:solidFill>
              <a:latin typeface="Lexend Deca"/>
              <a:ea typeface="Lexend Deca"/>
              <a:cs typeface="Lexend Deca"/>
              <a:sym typeface="Lexend Deca"/>
            </a:endParaRPr>
          </a:p>
        </p:txBody>
      </p:sp>
      <p:sp>
        <p:nvSpPr>
          <p:cNvPr id="1974" name="Google Shape;1974;p242"/>
          <p:cNvSpPr txBox="1"/>
          <p:nvPr>
            <p:ph type="title"/>
          </p:nvPr>
        </p:nvSpPr>
        <p:spPr>
          <a:xfrm>
            <a:off x="98425" y="1736350"/>
            <a:ext cx="1187700" cy="73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The “federal” use case</a:t>
            </a:r>
            <a:endParaRPr sz="1200">
              <a:solidFill>
                <a:schemeClr val="dk1"/>
              </a:solidFill>
              <a:latin typeface="Lexend Deca"/>
              <a:ea typeface="Lexend Deca"/>
              <a:cs typeface="Lexend Deca"/>
              <a:sym typeface="Lexend Dec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8" name="Shape 1978"/>
        <p:cNvGrpSpPr/>
        <p:nvPr/>
      </p:nvGrpSpPr>
      <p:grpSpPr>
        <a:xfrm>
          <a:off x="0" y="0"/>
          <a:ext cx="0" cy="0"/>
          <a:chOff x="0" y="0"/>
          <a:chExt cx="0" cy="0"/>
        </a:xfrm>
      </p:grpSpPr>
      <p:sp>
        <p:nvSpPr>
          <p:cNvPr id="1979" name="Google Shape;1979;p243"/>
          <p:cNvSpPr txBox="1"/>
          <p:nvPr>
            <p:ph idx="4294967295"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3300">
                <a:solidFill>
                  <a:schemeClr val="dk1"/>
                </a:solidFill>
                <a:latin typeface="Lexend Deca"/>
                <a:ea typeface="Lexend Deca"/>
                <a:cs typeface="Lexend Deca"/>
                <a:sym typeface="Lexend Deca"/>
              </a:rPr>
              <a:t>What could this look like?</a:t>
            </a:r>
            <a:br>
              <a:rPr lang="en" sz="3300">
                <a:solidFill>
                  <a:schemeClr val="dk1"/>
                </a:solidFill>
                <a:latin typeface="Lexend Deca"/>
                <a:ea typeface="Lexend Deca"/>
                <a:cs typeface="Lexend Deca"/>
                <a:sym typeface="Lexend Deca"/>
              </a:rPr>
            </a:br>
            <a:r>
              <a:rPr lang="en" sz="1600">
                <a:solidFill>
                  <a:schemeClr val="dk1"/>
                </a:solidFill>
                <a:latin typeface="Lexend Deca"/>
                <a:ea typeface="Lexend Deca"/>
                <a:cs typeface="Lexend Deca"/>
                <a:sym typeface="Lexend Deca"/>
              </a:rPr>
              <a:t>Hubspot.com - concept landing page for the Lead Gen use case</a:t>
            </a:r>
            <a:endParaRPr sz="1600">
              <a:solidFill>
                <a:schemeClr val="dk1"/>
              </a:solidFill>
              <a:latin typeface="Lexend Deca"/>
              <a:ea typeface="Lexend Deca"/>
              <a:cs typeface="Lexend Deca"/>
              <a:sym typeface="Lexend Deca"/>
            </a:endParaRPr>
          </a:p>
        </p:txBody>
      </p:sp>
      <p:pic>
        <p:nvPicPr>
          <p:cNvPr id="1980" name="Google Shape;1980;p243"/>
          <p:cNvPicPr preferRelativeResize="0"/>
          <p:nvPr/>
        </p:nvPicPr>
        <p:blipFill rotWithShape="1">
          <a:blip r:embed="rId3">
            <a:alphaModFix/>
          </a:blip>
          <a:srcRect b="0" l="16092" r="18467" t="0"/>
          <a:stretch/>
        </p:blipFill>
        <p:spPr>
          <a:xfrm>
            <a:off x="304800" y="1402775"/>
            <a:ext cx="7476226" cy="8276575"/>
          </a:xfrm>
          <a:prstGeom prst="rect">
            <a:avLst/>
          </a:prstGeom>
          <a:noFill/>
          <a:ln>
            <a:noFill/>
          </a:ln>
          <a:effectLst>
            <a:outerShdw blurRad="57150" rotWithShape="0" algn="bl" dir="5400000" dist="19050">
              <a:srgbClr val="000000">
                <a:alpha val="50000"/>
              </a:srgbClr>
            </a:outerShdw>
          </a:effectLst>
        </p:spPr>
      </p:pic>
      <p:sp>
        <p:nvSpPr>
          <p:cNvPr id="1981" name="Google Shape;1981;p243"/>
          <p:cNvSpPr/>
          <p:nvPr/>
        </p:nvSpPr>
        <p:spPr>
          <a:xfrm rot="-5400000">
            <a:off x="-1024800" y="2732450"/>
            <a:ext cx="6552300" cy="3893100"/>
          </a:xfrm>
          <a:prstGeom prst="rect">
            <a:avLst/>
          </a:prstGeom>
          <a:gradFill>
            <a:gsLst>
              <a:gs pos="0">
                <a:srgbClr val="213343">
                  <a:alpha val="64705"/>
                </a:srgbClr>
              </a:gs>
              <a:gs pos="100000">
                <a:srgbClr val="737373">
                  <a:alpha val="0"/>
                </a:srgbClr>
              </a:gs>
            </a:gsLst>
            <a:lin ang="5400012"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cxnSp>
        <p:nvCxnSpPr>
          <p:cNvPr id="1982" name="Google Shape;1982;p243"/>
          <p:cNvCxnSpPr>
            <a:stCxn id="1983" idx="3"/>
          </p:cNvCxnSpPr>
          <p:nvPr/>
        </p:nvCxnSpPr>
        <p:spPr>
          <a:xfrm>
            <a:off x="3318175" y="2485900"/>
            <a:ext cx="712200" cy="369900"/>
          </a:xfrm>
          <a:prstGeom prst="straightConnector1">
            <a:avLst/>
          </a:prstGeom>
          <a:noFill/>
          <a:ln cap="flat" cmpd="sng" w="38100">
            <a:solidFill>
              <a:schemeClr val="accent1"/>
            </a:solidFill>
            <a:prstDash val="solid"/>
            <a:round/>
            <a:headEnd len="med" w="med" type="none"/>
            <a:tailEnd len="med" w="med" type="triangle"/>
          </a:ln>
        </p:spPr>
      </p:cxnSp>
      <p:cxnSp>
        <p:nvCxnSpPr>
          <p:cNvPr id="1984" name="Google Shape;1984;p243"/>
          <p:cNvCxnSpPr>
            <a:stCxn id="1985" idx="3"/>
          </p:cNvCxnSpPr>
          <p:nvPr/>
        </p:nvCxnSpPr>
        <p:spPr>
          <a:xfrm>
            <a:off x="3318175" y="3447350"/>
            <a:ext cx="685800" cy="0"/>
          </a:xfrm>
          <a:prstGeom prst="straightConnector1">
            <a:avLst/>
          </a:prstGeom>
          <a:noFill/>
          <a:ln cap="flat" cmpd="sng" w="38100">
            <a:solidFill>
              <a:schemeClr val="accent1"/>
            </a:solidFill>
            <a:prstDash val="solid"/>
            <a:round/>
            <a:headEnd len="med" w="med" type="none"/>
            <a:tailEnd len="med" w="med" type="triangle"/>
          </a:ln>
        </p:spPr>
      </p:cxnSp>
      <p:cxnSp>
        <p:nvCxnSpPr>
          <p:cNvPr id="1986" name="Google Shape;1986;p243"/>
          <p:cNvCxnSpPr>
            <a:stCxn id="1987" idx="3"/>
          </p:cNvCxnSpPr>
          <p:nvPr/>
        </p:nvCxnSpPr>
        <p:spPr>
          <a:xfrm>
            <a:off x="3318175" y="4679000"/>
            <a:ext cx="630600" cy="9600"/>
          </a:xfrm>
          <a:prstGeom prst="straightConnector1">
            <a:avLst/>
          </a:prstGeom>
          <a:noFill/>
          <a:ln cap="flat" cmpd="sng" w="38100">
            <a:solidFill>
              <a:schemeClr val="accent1"/>
            </a:solidFill>
            <a:prstDash val="solid"/>
            <a:round/>
            <a:headEnd len="med" w="med" type="none"/>
            <a:tailEnd len="med" w="med" type="triangle"/>
          </a:ln>
        </p:spPr>
      </p:cxnSp>
      <p:sp>
        <p:nvSpPr>
          <p:cNvPr id="1983" name="Google Shape;1983;p243"/>
          <p:cNvSpPr txBox="1"/>
          <p:nvPr>
            <p:ph idx="4294967295" type="title"/>
          </p:nvPr>
        </p:nvSpPr>
        <p:spPr>
          <a:xfrm>
            <a:off x="1739275" y="2229250"/>
            <a:ext cx="1578900" cy="513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U</a:t>
            </a:r>
            <a:r>
              <a:rPr lang="en" sz="1200">
                <a:solidFill>
                  <a:schemeClr val="lt1"/>
                </a:solidFill>
                <a:latin typeface="Lexend Deca"/>
                <a:ea typeface="Lexend Deca"/>
                <a:cs typeface="Lexend Deca"/>
                <a:sym typeface="Lexend Deca"/>
              </a:rPr>
              <a:t>se case snippet </a:t>
            </a:r>
            <a:r>
              <a:rPr lang="en" sz="1200">
                <a:solidFill>
                  <a:schemeClr val="lt1"/>
                </a:solidFill>
                <a:latin typeface="Lexend Deca"/>
                <a:ea typeface="Lexend Deca"/>
                <a:cs typeface="Lexend Deca"/>
                <a:sym typeface="Lexend Deca"/>
              </a:rPr>
              <a:t>(Lead Gen)</a:t>
            </a:r>
            <a:endParaRPr sz="1200">
              <a:solidFill>
                <a:schemeClr val="lt1"/>
              </a:solidFill>
              <a:latin typeface="Lexend Deca"/>
              <a:ea typeface="Lexend Deca"/>
              <a:cs typeface="Lexend Deca"/>
              <a:sym typeface="Lexend Deca"/>
            </a:endParaRPr>
          </a:p>
        </p:txBody>
      </p:sp>
      <p:sp>
        <p:nvSpPr>
          <p:cNvPr id="1987" name="Google Shape;1987;p243"/>
          <p:cNvSpPr txBox="1"/>
          <p:nvPr>
            <p:ph idx="4294967295" type="title"/>
          </p:nvPr>
        </p:nvSpPr>
        <p:spPr>
          <a:xfrm>
            <a:off x="1739275" y="4439300"/>
            <a:ext cx="1578900" cy="4794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Feature snippets</a:t>
            </a:r>
            <a:endParaRPr sz="1200">
              <a:solidFill>
                <a:schemeClr val="lt1"/>
              </a:solidFill>
              <a:latin typeface="Lexend Deca"/>
              <a:ea typeface="Lexend Deca"/>
              <a:cs typeface="Lexend Deca"/>
              <a:sym typeface="Lexend Deca"/>
            </a:endParaRPr>
          </a:p>
        </p:txBody>
      </p:sp>
      <p:sp>
        <p:nvSpPr>
          <p:cNvPr id="1985" name="Google Shape;1985;p243"/>
          <p:cNvSpPr txBox="1"/>
          <p:nvPr>
            <p:ph idx="4294967295" type="title"/>
          </p:nvPr>
        </p:nvSpPr>
        <p:spPr>
          <a:xfrm>
            <a:off x="1739275" y="3095000"/>
            <a:ext cx="1578900" cy="7047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Content informed by guidance</a:t>
            </a:r>
            <a:endParaRPr sz="1200">
              <a:solidFill>
                <a:schemeClr val="lt1"/>
              </a:solidFill>
              <a:latin typeface="Lexend Deca"/>
              <a:ea typeface="Lexend Deca"/>
              <a:cs typeface="Lexend Deca"/>
              <a:sym typeface="Lexend Dec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244"/>
          <p:cNvSpPr txBox="1"/>
          <p:nvPr>
            <p:ph idx="4294967295"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3300">
                <a:solidFill>
                  <a:schemeClr val="dk1"/>
                </a:solidFill>
                <a:latin typeface="Lexend Deca"/>
                <a:ea typeface="Lexend Deca"/>
                <a:cs typeface="Lexend Deca"/>
                <a:sym typeface="Lexend Deca"/>
              </a:rPr>
              <a:t>What could this look like?</a:t>
            </a:r>
            <a:br>
              <a:rPr lang="en" sz="3300">
                <a:solidFill>
                  <a:schemeClr val="dk1"/>
                </a:solidFill>
                <a:latin typeface="Lexend Deca"/>
                <a:ea typeface="Lexend Deca"/>
                <a:cs typeface="Lexend Deca"/>
                <a:sym typeface="Lexend Deca"/>
              </a:rPr>
            </a:br>
            <a:r>
              <a:rPr lang="en" sz="2100">
                <a:solidFill>
                  <a:schemeClr val="dk1"/>
                </a:solidFill>
                <a:latin typeface="Lexend Deca"/>
                <a:ea typeface="Lexend Deca"/>
                <a:cs typeface="Lexend Deca"/>
                <a:sym typeface="Lexend Deca"/>
              </a:rPr>
              <a:t>Signup</a:t>
            </a:r>
            <a:endParaRPr sz="2100">
              <a:solidFill>
                <a:schemeClr val="dk1"/>
              </a:solidFill>
              <a:latin typeface="Lexend Deca"/>
              <a:ea typeface="Lexend Deca"/>
              <a:cs typeface="Lexend Deca"/>
              <a:sym typeface="Lexend Deca"/>
            </a:endParaRPr>
          </a:p>
        </p:txBody>
      </p:sp>
      <p:pic>
        <p:nvPicPr>
          <p:cNvPr id="1993" name="Google Shape;1993;p244"/>
          <p:cNvPicPr preferRelativeResize="0"/>
          <p:nvPr/>
        </p:nvPicPr>
        <p:blipFill>
          <a:blip r:embed="rId4">
            <a:alphaModFix/>
          </a:blip>
          <a:stretch>
            <a:fillRect/>
          </a:stretch>
        </p:blipFill>
        <p:spPr>
          <a:xfrm>
            <a:off x="304800" y="1402775"/>
            <a:ext cx="7476224" cy="4672628"/>
          </a:xfrm>
          <a:prstGeom prst="rect">
            <a:avLst/>
          </a:prstGeom>
          <a:noFill/>
          <a:ln>
            <a:noFill/>
          </a:ln>
          <a:effectLst>
            <a:outerShdw blurRad="57150" rotWithShape="0" algn="bl" dir="5400000" dist="19050">
              <a:srgbClr val="000000">
                <a:alpha val="50000"/>
              </a:srgbClr>
            </a:outerShdw>
          </a:effectLst>
        </p:spPr>
      </p:pic>
      <p:cxnSp>
        <p:nvCxnSpPr>
          <p:cNvPr id="1994" name="Google Shape;1994;p244"/>
          <p:cNvCxnSpPr>
            <a:stCxn id="1995" idx="1"/>
          </p:cNvCxnSpPr>
          <p:nvPr/>
        </p:nvCxnSpPr>
        <p:spPr>
          <a:xfrm rot="10800000">
            <a:off x="6235425" y="4533525"/>
            <a:ext cx="834600" cy="0"/>
          </a:xfrm>
          <a:prstGeom prst="straightConnector1">
            <a:avLst/>
          </a:prstGeom>
          <a:noFill/>
          <a:ln cap="flat" cmpd="sng" w="38100">
            <a:solidFill>
              <a:schemeClr val="accent1"/>
            </a:solidFill>
            <a:prstDash val="solid"/>
            <a:round/>
            <a:headEnd len="med" w="med" type="none"/>
            <a:tailEnd len="med" w="med" type="triangle"/>
          </a:ln>
        </p:spPr>
      </p:cxnSp>
      <p:sp>
        <p:nvSpPr>
          <p:cNvPr id="1995" name="Google Shape;1995;p244"/>
          <p:cNvSpPr txBox="1"/>
          <p:nvPr>
            <p:ph idx="4294967295" type="title"/>
          </p:nvPr>
        </p:nvSpPr>
        <p:spPr>
          <a:xfrm>
            <a:off x="7070025" y="4133175"/>
            <a:ext cx="1184100" cy="8007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Use case snippet (Lead Gen)</a:t>
            </a:r>
            <a:endParaRPr sz="1200">
              <a:solidFill>
                <a:schemeClr val="lt1"/>
              </a:solidFill>
              <a:latin typeface="Lexend Deca"/>
              <a:ea typeface="Lexend Deca"/>
              <a:cs typeface="Lexend Deca"/>
              <a:sym typeface="Lexend Dec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9" name="Shape 1999"/>
        <p:cNvGrpSpPr/>
        <p:nvPr/>
      </p:nvGrpSpPr>
      <p:grpSpPr>
        <a:xfrm>
          <a:off x="0" y="0"/>
          <a:ext cx="0" cy="0"/>
          <a:chOff x="0" y="0"/>
          <a:chExt cx="0" cy="0"/>
        </a:xfrm>
      </p:grpSpPr>
      <p:pic>
        <p:nvPicPr>
          <p:cNvPr id="2000" name="Google Shape;2000;p245"/>
          <p:cNvPicPr preferRelativeResize="0"/>
          <p:nvPr/>
        </p:nvPicPr>
        <p:blipFill>
          <a:blip r:embed="rId4">
            <a:alphaModFix/>
          </a:blip>
          <a:stretch>
            <a:fillRect/>
          </a:stretch>
        </p:blipFill>
        <p:spPr>
          <a:xfrm>
            <a:off x="424551" y="1388450"/>
            <a:ext cx="7356477" cy="4860023"/>
          </a:xfrm>
          <a:prstGeom prst="rect">
            <a:avLst/>
          </a:prstGeom>
          <a:noFill/>
          <a:ln>
            <a:noFill/>
          </a:ln>
          <a:effectLst>
            <a:outerShdw blurRad="57150" rotWithShape="0" algn="bl" dir="5400000" dist="19050">
              <a:srgbClr val="000000">
                <a:alpha val="50000"/>
              </a:srgbClr>
            </a:outerShdw>
          </a:effectLst>
        </p:spPr>
      </p:pic>
      <p:sp>
        <p:nvSpPr>
          <p:cNvPr id="2001" name="Google Shape;2001;p245"/>
          <p:cNvSpPr/>
          <p:nvPr/>
        </p:nvSpPr>
        <p:spPr>
          <a:xfrm rot="5400000">
            <a:off x="3268725" y="1841450"/>
            <a:ext cx="4965300" cy="4059300"/>
          </a:xfrm>
          <a:prstGeom prst="rect">
            <a:avLst/>
          </a:prstGeom>
          <a:gradFill>
            <a:gsLst>
              <a:gs pos="0">
                <a:srgbClr val="213343">
                  <a:alpha val="64705"/>
                </a:srgbClr>
              </a:gs>
              <a:gs pos="100000">
                <a:srgbClr val="737373">
                  <a:alpha val="0"/>
                </a:srgbClr>
              </a:gs>
            </a:gsLst>
            <a:lin ang="5400012"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
        <p:nvSpPr>
          <p:cNvPr id="2002" name="Google Shape;2002;p245"/>
          <p:cNvSpPr txBox="1"/>
          <p:nvPr>
            <p:ph idx="4294967295"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300">
                <a:solidFill>
                  <a:schemeClr val="dk1"/>
                </a:solidFill>
                <a:latin typeface="Lexend Deca"/>
                <a:ea typeface="Lexend Deca"/>
                <a:cs typeface="Lexend Deca"/>
                <a:sym typeface="Lexend Deca"/>
              </a:rPr>
              <a:t>What could this look like?</a:t>
            </a:r>
            <a:br>
              <a:rPr lang="en" sz="3300">
                <a:solidFill>
                  <a:schemeClr val="dk1"/>
                </a:solidFill>
                <a:latin typeface="Lexend Deca"/>
                <a:ea typeface="Lexend Deca"/>
                <a:cs typeface="Lexend Deca"/>
                <a:sym typeface="Lexend Deca"/>
              </a:rPr>
            </a:br>
            <a:r>
              <a:rPr lang="en" sz="2100">
                <a:solidFill>
                  <a:schemeClr val="dk1"/>
                </a:solidFill>
                <a:latin typeface="Lexend Deca"/>
                <a:ea typeface="Lexend Deca"/>
                <a:cs typeface="Lexend Deca"/>
                <a:sym typeface="Lexend Deca"/>
              </a:rPr>
              <a:t>Templates</a:t>
            </a:r>
            <a:endParaRPr sz="2100">
              <a:solidFill>
                <a:schemeClr val="dk1"/>
              </a:solidFill>
              <a:latin typeface="Lexend Deca"/>
              <a:ea typeface="Lexend Deca"/>
              <a:cs typeface="Lexend Deca"/>
              <a:sym typeface="Lexend Deca"/>
            </a:endParaRPr>
          </a:p>
        </p:txBody>
      </p:sp>
      <p:cxnSp>
        <p:nvCxnSpPr>
          <p:cNvPr id="2003" name="Google Shape;2003;p245"/>
          <p:cNvCxnSpPr>
            <a:stCxn id="2004" idx="1"/>
          </p:cNvCxnSpPr>
          <p:nvPr/>
        </p:nvCxnSpPr>
        <p:spPr>
          <a:xfrm rot="10800000">
            <a:off x="2954575" y="3815763"/>
            <a:ext cx="1278000" cy="2700"/>
          </a:xfrm>
          <a:prstGeom prst="straightConnector1">
            <a:avLst/>
          </a:prstGeom>
          <a:noFill/>
          <a:ln cap="flat" cmpd="sng" w="38100">
            <a:solidFill>
              <a:schemeClr val="accent1"/>
            </a:solidFill>
            <a:prstDash val="solid"/>
            <a:round/>
            <a:headEnd len="med" w="med" type="none"/>
            <a:tailEnd len="med" w="med" type="triangle"/>
          </a:ln>
        </p:spPr>
      </p:cxnSp>
      <p:sp>
        <p:nvSpPr>
          <p:cNvPr id="2004" name="Google Shape;2004;p245"/>
          <p:cNvSpPr txBox="1"/>
          <p:nvPr>
            <p:ph idx="4294967295" type="title"/>
          </p:nvPr>
        </p:nvSpPr>
        <p:spPr>
          <a:xfrm>
            <a:off x="4232575" y="3624813"/>
            <a:ext cx="1870800" cy="387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Use case snippets</a:t>
            </a:r>
            <a:endParaRPr sz="1200">
              <a:solidFill>
                <a:schemeClr val="lt1"/>
              </a:solidFill>
              <a:latin typeface="Lexend Deca"/>
              <a:ea typeface="Lexend Deca"/>
              <a:cs typeface="Lexend Deca"/>
              <a:sym typeface="Lexend Deca"/>
            </a:endParaRPr>
          </a:p>
        </p:txBody>
      </p:sp>
      <p:cxnSp>
        <p:nvCxnSpPr>
          <p:cNvPr id="2005" name="Google Shape;2005;p245"/>
          <p:cNvCxnSpPr>
            <a:stCxn id="2006" idx="1"/>
          </p:cNvCxnSpPr>
          <p:nvPr/>
        </p:nvCxnSpPr>
        <p:spPr>
          <a:xfrm rot="10800000">
            <a:off x="3562975" y="4795350"/>
            <a:ext cx="669600" cy="0"/>
          </a:xfrm>
          <a:prstGeom prst="straightConnector1">
            <a:avLst/>
          </a:prstGeom>
          <a:noFill/>
          <a:ln cap="flat" cmpd="sng" w="38100">
            <a:solidFill>
              <a:schemeClr val="accent1"/>
            </a:solidFill>
            <a:prstDash val="solid"/>
            <a:round/>
            <a:headEnd len="med" w="med" type="none"/>
            <a:tailEnd len="med" w="med" type="triangle"/>
          </a:ln>
        </p:spPr>
      </p:cxnSp>
      <p:sp>
        <p:nvSpPr>
          <p:cNvPr id="2006" name="Google Shape;2006;p245"/>
          <p:cNvSpPr txBox="1"/>
          <p:nvPr>
            <p:ph idx="4294967295" type="title"/>
          </p:nvPr>
        </p:nvSpPr>
        <p:spPr>
          <a:xfrm>
            <a:off x="4232575" y="4447200"/>
            <a:ext cx="1870800" cy="696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Templates are relevant to use cases and associated features</a:t>
            </a:r>
            <a:endParaRPr sz="1200">
              <a:solidFill>
                <a:schemeClr val="lt1"/>
              </a:solidFill>
              <a:latin typeface="Lexend Deca"/>
              <a:ea typeface="Lexend Deca"/>
              <a:cs typeface="Lexend Deca"/>
              <a:sym typeface="Lexend Dec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grpSp>
        <p:nvGrpSpPr>
          <p:cNvPr id="2011" name="Google Shape;2011;p246"/>
          <p:cNvGrpSpPr/>
          <p:nvPr/>
        </p:nvGrpSpPr>
        <p:grpSpPr>
          <a:xfrm>
            <a:off x="-19625" y="252275"/>
            <a:ext cx="7575652" cy="4965300"/>
            <a:chOff x="714375" y="820250"/>
            <a:chExt cx="7575652" cy="4965300"/>
          </a:xfrm>
        </p:grpSpPr>
        <p:pic>
          <p:nvPicPr>
            <p:cNvPr id="2012" name="Google Shape;2012;p246"/>
            <p:cNvPicPr preferRelativeResize="0"/>
            <p:nvPr/>
          </p:nvPicPr>
          <p:blipFill>
            <a:blip r:embed="rId3">
              <a:alphaModFix/>
            </a:blip>
            <a:stretch>
              <a:fillRect/>
            </a:stretch>
          </p:blipFill>
          <p:spPr>
            <a:xfrm>
              <a:off x="728125" y="824975"/>
              <a:ext cx="7561902" cy="4936649"/>
            </a:xfrm>
            <a:prstGeom prst="rect">
              <a:avLst/>
            </a:prstGeom>
            <a:noFill/>
            <a:ln>
              <a:noFill/>
            </a:ln>
            <a:effectLst>
              <a:outerShdw blurRad="57150" rotWithShape="0" algn="bl" dir="5400000" dist="19050">
                <a:srgbClr val="000000">
                  <a:alpha val="50000"/>
                </a:srgbClr>
              </a:outerShdw>
            </a:effectLst>
          </p:spPr>
        </p:pic>
        <p:sp>
          <p:nvSpPr>
            <p:cNvPr id="2013" name="Google Shape;2013;p246"/>
            <p:cNvSpPr/>
            <p:nvPr/>
          </p:nvSpPr>
          <p:spPr>
            <a:xfrm rot="-5400000">
              <a:off x="1249875" y="284750"/>
              <a:ext cx="4965300" cy="6036300"/>
            </a:xfrm>
            <a:prstGeom prst="rect">
              <a:avLst/>
            </a:prstGeom>
            <a:gradFill>
              <a:gsLst>
                <a:gs pos="0">
                  <a:srgbClr val="213343">
                    <a:alpha val="64705"/>
                  </a:srgbClr>
                </a:gs>
                <a:gs pos="100000">
                  <a:srgbClr val="737373">
                    <a:alpha val="0"/>
                  </a:srgbClr>
                </a:gs>
              </a:gsLst>
              <a:lin ang="5400012"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grpSp>
      <p:sp>
        <p:nvSpPr>
          <p:cNvPr id="2014" name="Google Shape;2014;p246"/>
          <p:cNvSpPr/>
          <p:nvPr/>
        </p:nvSpPr>
        <p:spPr>
          <a:xfrm>
            <a:off x="0" y="252275"/>
            <a:ext cx="5780700" cy="1829100"/>
          </a:xfrm>
          <a:prstGeom prst="rect">
            <a:avLst/>
          </a:prstGeom>
          <a:gradFill>
            <a:gsLst>
              <a:gs pos="0">
                <a:srgbClr val="213343">
                  <a:alpha val="64705"/>
                </a:srgbClr>
              </a:gs>
              <a:gs pos="100000">
                <a:srgbClr val="737373">
                  <a:alpha val="0"/>
                </a:srgb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sp>
        <p:nvSpPr>
          <p:cNvPr id="2015" name="Google Shape;2015;p246"/>
          <p:cNvSpPr txBox="1"/>
          <p:nvPr>
            <p:ph idx="4294967295" type="title"/>
          </p:nvPr>
        </p:nvSpPr>
        <p:spPr>
          <a:xfrm>
            <a:off x="545038"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300">
                <a:solidFill>
                  <a:schemeClr val="lt1"/>
                </a:solidFill>
                <a:latin typeface="Lexend Deca"/>
                <a:ea typeface="Lexend Deca"/>
                <a:cs typeface="Lexend Deca"/>
                <a:sym typeface="Lexend Deca"/>
              </a:rPr>
              <a:t>What could this look like?</a:t>
            </a:r>
            <a:br>
              <a:rPr lang="en" sz="3300">
                <a:solidFill>
                  <a:schemeClr val="lt1"/>
                </a:solidFill>
                <a:latin typeface="Lexend Deca"/>
                <a:ea typeface="Lexend Deca"/>
                <a:cs typeface="Lexend Deca"/>
                <a:sym typeface="Lexend Deca"/>
              </a:rPr>
            </a:br>
            <a:r>
              <a:rPr lang="en" sz="2100">
                <a:solidFill>
                  <a:schemeClr val="lt1"/>
                </a:solidFill>
                <a:latin typeface="Lexend Deca"/>
                <a:ea typeface="Lexend Deca"/>
                <a:cs typeface="Lexend Deca"/>
                <a:sym typeface="Lexend Deca"/>
              </a:rPr>
              <a:t>Delivery system</a:t>
            </a:r>
            <a:endParaRPr sz="2100">
              <a:solidFill>
                <a:schemeClr val="lt1"/>
              </a:solidFill>
              <a:latin typeface="Lexend Deca"/>
              <a:ea typeface="Lexend Deca"/>
              <a:cs typeface="Lexend Deca"/>
              <a:sym typeface="Lexend Deca"/>
            </a:endParaRPr>
          </a:p>
        </p:txBody>
      </p:sp>
      <p:cxnSp>
        <p:nvCxnSpPr>
          <p:cNvPr id="2016" name="Google Shape;2016;p246"/>
          <p:cNvCxnSpPr/>
          <p:nvPr/>
        </p:nvCxnSpPr>
        <p:spPr>
          <a:xfrm flipH="1" rot="10800000">
            <a:off x="2192450" y="1816875"/>
            <a:ext cx="3035700" cy="1374600"/>
          </a:xfrm>
          <a:prstGeom prst="straightConnector1">
            <a:avLst/>
          </a:prstGeom>
          <a:noFill/>
          <a:ln cap="flat" cmpd="sng" w="38100">
            <a:solidFill>
              <a:schemeClr val="accent1"/>
            </a:solidFill>
            <a:prstDash val="solid"/>
            <a:round/>
            <a:headEnd len="med" w="med" type="none"/>
            <a:tailEnd len="med" w="med" type="triangle"/>
          </a:ln>
        </p:spPr>
      </p:cxnSp>
      <p:sp>
        <p:nvSpPr>
          <p:cNvPr id="2017" name="Google Shape;2017;p246"/>
          <p:cNvSpPr txBox="1"/>
          <p:nvPr>
            <p:ph idx="4294967295" type="title"/>
          </p:nvPr>
        </p:nvSpPr>
        <p:spPr>
          <a:xfrm>
            <a:off x="1008350" y="2843325"/>
            <a:ext cx="1184100" cy="696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Use case snippets</a:t>
            </a:r>
            <a:endParaRPr sz="1200">
              <a:solidFill>
                <a:schemeClr val="lt1"/>
              </a:solidFill>
              <a:latin typeface="Lexend Deca"/>
              <a:ea typeface="Lexend Deca"/>
              <a:cs typeface="Lexend Deca"/>
              <a:sym typeface="Lexend Deca"/>
            </a:endParaRPr>
          </a:p>
        </p:txBody>
      </p:sp>
      <p:cxnSp>
        <p:nvCxnSpPr>
          <p:cNvPr id="2018" name="Google Shape;2018;p246"/>
          <p:cNvCxnSpPr/>
          <p:nvPr/>
        </p:nvCxnSpPr>
        <p:spPr>
          <a:xfrm>
            <a:off x="2192450" y="3191475"/>
            <a:ext cx="3013800" cy="1227000"/>
          </a:xfrm>
          <a:prstGeom prst="straightConnector1">
            <a:avLst/>
          </a:prstGeom>
          <a:noFill/>
          <a:ln cap="flat" cmpd="sng" w="38100">
            <a:solidFill>
              <a:schemeClr val="accent1"/>
            </a:solidFill>
            <a:prstDash val="solid"/>
            <a:round/>
            <a:headEnd len="med" w="med" type="none"/>
            <a:tailEnd len="med" w="med" type="triangle"/>
          </a:ln>
        </p:spPr>
      </p:cxnSp>
      <p:sp>
        <p:nvSpPr>
          <p:cNvPr id="2019" name="Google Shape;2019;p246"/>
          <p:cNvSpPr txBox="1"/>
          <p:nvPr>
            <p:ph idx="4294967295" type="title"/>
          </p:nvPr>
        </p:nvSpPr>
        <p:spPr>
          <a:xfrm>
            <a:off x="3234950" y="2843325"/>
            <a:ext cx="1506300" cy="696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Bespoke c</a:t>
            </a:r>
            <a:r>
              <a:rPr lang="en" sz="1200">
                <a:solidFill>
                  <a:schemeClr val="lt1"/>
                </a:solidFill>
                <a:latin typeface="Lexend Deca"/>
                <a:ea typeface="Lexend Deca"/>
                <a:cs typeface="Lexend Deca"/>
                <a:sym typeface="Lexend Deca"/>
              </a:rPr>
              <a:t>ontent, based guidance</a:t>
            </a:r>
            <a:endParaRPr sz="1200">
              <a:solidFill>
                <a:schemeClr val="lt1"/>
              </a:solidFill>
              <a:latin typeface="Lexend Deca"/>
              <a:ea typeface="Lexend Deca"/>
              <a:cs typeface="Lexend Deca"/>
              <a:sym typeface="Lexend Deca"/>
            </a:endParaRPr>
          </a:p>
        </p:txBody>
      </p:sp>
      <p:cxnSp>
        <p:nvCxnSpPr>
          <p:cNvPr id="2020" name="Google Shape;2020;p246"/>
          <p:cNvCxnSpPr>
            <a:stCxn id="2019" idx="3"/>
          </p:cNvCxnSpPr>
          <p:nvPr/>
        </p:nvCxnSpPr>
        <p:spPr>
          <a:xfrm>
            <a:off x="4741250" y="3191475"/>
            <a:ext cx="486900" cy="1200"/>
          </a:xfrm>
          <a:prstGeom prst="straightConnector1">
            <a:avLst/>
          </a:prstGeom>
          <a:noFill/>
          <a:ln cap="flat" cmpd="sng" w="38100">
            <a:solidFill>
              <a:schemeClr val="accent1"/>
            </a:solidFill>
            <a:prstDash val="solid"/>
            <a:round/>
            <a:headEnd len="med" w="med" type="none"/>
            <a:tailEnd len="med" w="med" type="triangle"/>
          </a:ln>
        </p:spPr>
      </p:cxnSp>
      <p:sp>
        <p:nvSpPr>
          <p:cNvPr id="2021" name="Google Shape;2021;p246"/>
          <p:cNvSpPr txBox="1"/>
          <p:nvPr>
            <p:ph idx="4294967295" type="title"/>
          </p:nvPr>
        </p:nvSpPr>
        <p:spPr>
          <a:xfrm>
            <a:off x="7611775" y="2538900"/>
            <a:ext cx="1431300" cy="1492800"/>
          </a:xfrm>
          <a:prstGeom prst="rect">
            <a:avLst/>
          </a:prstGeom>
          <a:solidFill>
            <a:schemeClr val="dk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lt1"/>
                </a:solidFill>
                <a:latin typeface="Lexend Deca Light"/>
                <a:ea typeface="Lexend Deca Light"/>
                <a:cs typeface="Lexend Deca Light"/>
                <a:sym typeface="Lexend Deca Light"/>
              </a:rPr>
              <a:t>Here, we’re creating </a:t>
            </a:r>
            <a:r>
              <a:rPr lang="en" sz="900">
                <a:solidFill>
                  <a:schemeClr val="lt1"/>
                </a:solidFill>
                <a:latin typeface="Lexend Deca Light"/>
                <a:ea typeface="Lexend Deca Light"/>
                <a:cs typeface="Lexend Deca Light"/>
                <a:sym typeface="Lexend Deca Light"/>
              </a:rPr>
              <a:t>bespoke content</a:t>
            </a:r>
            <a:r>
              <a:rPr lang="en" sz="900">
                <a:solidFill>
                  <a:schemeClr val="lt1"/>
                </a:solidFill>
                <a:latin typeface="Lexend Deca Light"/>
                <a:ea typeface="Lexend Deca Light"/>
                <a:cs typeface="Lexend Deca Light"/>
                <a:sym typeface="Lexend Deca Light"/>
              </a:rPr>
              <a:t> using guidance from the framework - it’s important that teams have flexibility to adapt that guidance to focus on what’s important at any given stage of the journey.</a:t>
            </a:r>
            <a:endParaRPr sz="900">
              <a:solidFill>
                <a:schemeClr val="lt1"/>
              </a:solidFill>
              <a:latin typeface="Lexend Deca Light"/>
              <a:ea typeface="Lexend Deca Light"/>
              <a:cs typeface="Lexend Deca Light"/>
              <a:sym typeface="Lexend Deca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p247"/>
          <p:cNvSpPr txBox="1"/>
          <p:nvPr>
            <p:ph idx="4294967295"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300">
                <a:solidFill>
                  <a:schemeClr val="dk1"/>
                </a:solidFill>
                <a:latin typeface="Lexend Deca"/>
                <a:ea typeface="Lexend Deca"/>
                <a:cs typeface="Lexend Deca"/>
                <a:sym typeface="Lexend Deca"/>
              </a:rPr>
              <a:t>What could this look like?</a:t>
            </a:r>
            <a:br>
              <a:rPr lang="en" sz="3300">
                <a:solidFill>
                  <a:schemeClr val="dk1"/>
                </a:solidFill>
                <a:latin typeface="Lexend Deca"/>
                <a:ea typeface="Lexend Deca"/>
                <a:cs typeface="Lexend Deca"/>
                <a:sym typeface="Lexend Deca"/>
              </a:rPr>
            </a:br>
            <a:r>
              <a:rPr lang="en" sz="2100">
                <a:solidFill>
                  <a:schemeClr val="dk1"/>
                </a:solidFill>
                <a:latin typeface="Lexend Deca"/>
                <a:ea typeface="Lexend Deca"/>
                <a:cs typeface="Lexend Deca"/>
                <a:sym typeface="Lexend Deca"/>
              </a:rPr>
              <a:t>Product-led growth</a:t>
            </a:r>
            <a:endParaRPr sz="2100">
              <a:solidFill>
                <a:schemeClr val="dk1"/>
              </a:solidFill>
              <a:latin typeface="Lexend Deca"/>
              <a:ea typeface="Lexend Deca"/>
              <a:cs typeface="Lexend Deca"/>
              <a:sym typeface="Lexend Deca"/>
            </a:endParaRPr>
          </a:p>
        </p:txBody>
      </p:sp>
      <p:cxnSp>
        <p:nvCxnSpPr>
          <p:cNvPr id="2027" name="Google Shape;2027;p247"/>
          <p:cNvCxnSpPr>
            <a:stCxn id="2028" idx="1"/>
          </p:cNvCxnSpPr>
          <p:nvPr/>
        </p:nvCxnSpPr>
        <p:spPr>
          <a:xfrm rot="10800000">
            <a:off x="6074800" y="4035025"/>
            <a:ext cx="617400" cy="64500"/>
          </a:xfrm>
          <a:prstGeom prst="straightConnector1">
            <a:avLst/>
          </a:prstGeom>
          <a:noFill/>
          <a:ln cap="flat" cmpd="sng" w="38100">
            <a:solidFill>
              <a:schemeClr val="accent1"/>
            </a:solidFill>
            <a:prstDash val="solid"/>
            <a:round/>
            <a:headEnd len="med" w="med" type="none"/>
            <a:tailEnd len="med" w="med" type="triangle"/>
          </a:ln>
        </p:spPr>
      </p:cxnSp>
      <p:sp>
        <p:nvSpPr>
          <p:cNvPr id="2028" name="Google Shape;2028;p247"/>
          <p:cNvSpPr txBox="1"/>
          <p:nvPr>
            <p:ph idx="4294967295" type="title"/>
          </p:nvPr>
        </p:nvSpPr>
        <p:spPr>
          <a:xfrm>
            <a:off x="6692200" y="3751375"/>
            <a:ext cx="1184100" cy="69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Deca"/>
                <a:ea typeface="Lexend Deca"/>
                <a:cs typeface="Lexend Deca"/>
                <a:sym typeface="Lexend Deca"/>
              </a:rPr>
              <a:t>Business Builder framing on the use case</a:t>
            </a:r>
            <a:endParaRPr sz="1200">
              <a:solidFill>
                <a:schemeClr val="dk1"/>
              </a:solidFill>
              <a:latin typeface="Lexend Deca"/>
              <a:ea typeface="Lexend Deca"/>
              <a:cs typeface="Lexend Deca"/>
              <a:sym typeface="Lexend Deca"/>
            </a:endParaRPr>
          </a:p>
        </p:txBody>
      </p:sp>
      <p:pic>
        <p:nvPicPr>
          <p:cNvPr id="2029" name="Google Shape;2029;p247"/>
          <p:cNvPicPr preferRelativeResize="0"/>
          <p:nvPr/>
        </p:nvPicPr>
        <p:blipFill>
          <a:blip r:embed="rId3">
            <a:alphaModFix/>
          </a:blip>
          <a:stretch>
            <a:fillRect/>
          </a:stretch>
        </p:blipFill>
        <p:spPr>
          <a:xfrm>
            <a:off x="759274" y="1388450"/>
            <a:ext cx="7021752" cy="4724600"/>
          </a:xfrm>
          <a:prstGeom prst="rect">
            <a:avLst/>
          </a:prstGeom>
          <a:noFill/>
          <a:ln>
            <a:noFill/>
          </a:ln>
        </p:spPr>
      </p:pic>
      <p:sp>
        <p:nvSpPr>
          <p:cNvPr id="2030" name="Google Shape;2030;p247"/>
          <p:cNvSpPr/>
          <p:nvPr/>
        </p:nvSpPr>
        <p:spPr>
          <a:xfrm rot="5400000">
            <a:off x="3798375" y="2371100"/>
            <a:ext cx="4965300" cy="3000000"/>
          </a:xfrm>
          <a:prstGeom prst="rect">
            <a:avLst/>
          </a:prstGeom>
          <a:gradFill>
            <a:gsLst>
              <a:gs pos="0">
                <a:srgbClr val="213343">
                  <a:alpha val="64705"/>
                </a:srgbClr>
              </a:gs>
              <a:gs pos="100000">
                <a:srgbClr val="737373">
                  <a:alpha val="0"/>
                </a:srgbClr>
              </a:gs>
            </a:gsLst>
            <a:lin ang="5400012"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cxnSp>
        <p:nvCxnSpPr>
          <p:cNvPr id="2031" name="Google Shape;2031;p247"/>
          <p:cNvCxnSpPr>
            <a:stCxn id="2032" idx="1"/>
          </p:cNvCxnSpPr>
          <p:nvPr/>
        </p:nvCxnSpPr>
        <p:spPr>
          <a:xfrm rot="10800000">
            <a:off x="4045575" y="2635075"/>
            <a:ext cx="1278000" cy="2700"/>
          </a:xfrm>
          <a:prstGeom prst="straightConnector1">
            <a:avLst/>
          </a:prstGeom>
          <a:noFill/>
          <a:ln cap="flat" cmpd="sng" w="38100">
            <a:solidFill>
              <a:schemeClr val="accent1"/>
            </a:solidFill>
            <a:prstDash val="solid"/>
            <a:round/>
            <a:headEnd len="med" w="med" type="none"/>
            <a:tailEnd len="med" w="med" type="triangle"/>
          </a:ln>
        </p:spPr>
      </p:cxnSp>
      <p:sp>
        <p:nvSpPr>
          <p:cNvPr id="2032" name="Google Shape;2032;p247"/>
          <p:cNvSpPr txBox="1"/>
          <p:nvPr>
            <p:ph idx="4294967295" type="title"/>
          </p:nvPr>
        </p:nvSpPr>
        <p:spPr>
          <a:xfrm>
            <a:off x="5323575" y="2289625"/>
            <a:ext cx="1447200" cy="6963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Use case snippet (Lead Gen)</a:t>
            </a:r>
            <a:endParaRPr sz="1200">
              <a:solidFill>
                <a:schemeClr val="lt1"/>
              </a:solidFill>
              <a:latin typeface="Lexend Deca"/>
              <a:ea typeface="Lexend Deca"/>
              <a:cs typeface="Lexend Deca"/>
              <a:sym typeface="Lexend Deca"/>
            </a:endParaRPr>
          </a:p>
        </p:txBody>
      </p:sp>
      <p:cxnSp>
        <p:nvCxnSpPr>
          <p:cNvPr id="2033" name="Google Shape;2033;p247"/>
          <p:cNvCxnSpPr>
            <a:stCxn id="2034" idx="1"/>
          </p:cNvCxnSpPr>
          <p:nvPr/>
        </p:nvCxnSpPr>
        <p:spPr>
          <a:xfrm rot="10800000">
            <a:off x="4045575" y="3312313"/>
            <a:ext cx="1278000" cy="7200"/>
          </a:xfrm>
          <a:prstGeom prst="straightConnector1">
            <a:avLst/>
          </a:prstGeom>
          <a:noFill/>
          <a:ln cap="flat" cmpd="sng" w="38100">
            <a:solidFill>
              <a:schemeClr val="accent1"/>
            </a:solidFill>
            <a:prstDash val="solid"/>
            <a:round/>
            <a:headEnd len="med" w="med" type="none"/>
            <a:tailEnd len="med" w="med" type="triangle"/>
          </a:ln>
        </p:spPr>
      </p:cxnSp>
      <p:sp>
        <p:nvSpPr>
          <p:cNvPr id="2034" name="Google Shape;2034;p247"/>
          <p:cNvSpPr txBox="1"/>
          <p:nvPr>
            <p:ph idx="4294967295" type="title"/>
          </p:nvPr>
        </p:nvSpPr>
        <p:spPr>
          <a:xfrm>
            <a:off x="5323575" y="3079813"/>
            <a:ext cx="1447200" cy="479400"/>
          </a:xfrm>
          <a:prstGeom prst="rect">
            <a:avLst/>
          </a:prstGeom>
          <a:solidFill>
            <a:schemeClr val="accent1"/>
          </a:solidFill>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Features and value props</a:t>
            </a:r>
            <a:endParaRPr sz="1200">
              <a:solidFill>
                <a:schemeClr val="lt1"/>
              </a:solidFill>
              <a:latin typeface="Lexend Deca"/>
              <a:ea typeface="Lexend Deca"/>
              <a:cs typeface="Lexend Deca"/>
              <a:sym typeface="Lexend Dec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pic>
        <p:nvPicPr>
          <p:cNvPr id="2039" name="Google Shape;2039;p248"/>
          <p:cNvPicPr preferRelativeResize="0"/>
          <p:nvPr/>
        </p:nvPicPr>
        <p:blipFill>
          <a:blip r:embed="rId3">
            <a:alphaModFix amt="60000"/>
          </a:blip>
          <a:stretch>
            <a:fillRect/>
          </a:stretch>
        </p:blipFill>
        <p:spPr>
          <a:xfrm>
            <a:off x="0" y="906600"/>
            <a:ext cx="9144001" cy="3897687"/>
          </a:xfrm>
          <a:prstGeom prst="rect">
            <a:avLst/>
          </a:prstGeom>
          <a:noFill/>
          <a:ln>
            <a:noFill/>
          </a:ln>
        </p:spPr>
      </p:pic>
      <p:sp>
        <p:nvSpPr>
          <p:cNvPr id="2040" name="Google Shape;2040;p248"/>
          <p:cNvSpPr/>
          <p:nvPr/>
        </p:nvSpPr>
        <p:spPr>
          <a:xfrm>
            <a:off x="0" y="906600"/>
            <a:ext cx="9144000" cy="3133500"/>
          </a:xfrm>
          <a:prstGeom prst="rect">
            <a:avLst/>
          </a:prstGeom>
          <a:gradFill>
            <a:gsLst>
              <a:gs pos="0">
                <a:srgbClr val="213343">
                  <a:alpha val="64705"/>
                </a:srgbClr>
              </a:gs>
              <a:gs pos="100000">
                <a:srgbClr val="737373">
                  <a:alpha val="0"/>
                </a:srgbClr>
              </a:gs>
            </a:gsLst>
            <a:lin ang="5400012"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Light"/>
              <a:ea typeface="Lexend Deca Light"/>
              <a:cs typeface="Lexend Deca Light"/>
              <a:sym typeface="Lexend Deca Light"/>
            </a:endParaRPr>
          </a:p>
        </p:txBody>
      </p:sp>
      <p:pic>
        <p:nvPicPr>
          <p:cNvPr id="2041" name="Google Shape;2041;p248"/>
          <p:cNvPicPr preferRelativeResize="0"/>
          <p:nvPr/>
        </p:nvPicPr>
        <p:blipFill rotWithShape="1">
          <a:blip r:embed="rId4">
            <a:alphaModFix/>
          </a:blip>
          <a:srcRect b="0" l="0" r="0" t="77656"/>
          <a:stretch/>
        </p:blipFill>
        <p:spPr>
          <a:xfrm>
            <a:off x="0" y="4040100"/>
            <a:ext cx="9144003" cy="1103401"/>
          </a:xfrm>
          <a:prstGeom prst="rect">
            <a:avLst/>
          </a:prstGeom>
          <a:noFill/>
          <a:ln>
            <a:noFill/>
          </a:ln>
        </p:spPr>
      </p:pic>
      <p:cxnSp>
        <p:nvCxnSpPr>
          <p:cNvPr id="2042" name="Google Shape;2042;p248"/>
          <p:cNvCxnSpPr>
            <a:stCxn id="2043" idx="2"/>
            <a:endCxn id="2044" idx="0"/>
          </p:cNvCxnSpPr>
          <p:nvPr/>
        </p:nvCxnSpPr>
        <p:spPr>
          <a:xfrm>
            <a:off x="4512800" y="3413100"/>
            <a:ext cx="0" cy="708600"/>
          </a:xfrm>
          <a:prstGeom prst="straightConnector1">
            <a:avLst/>
          </a:prstGeom>
          <a:noFill/>
          <a:ln cap="flat" cmpd="sng" w="38100">
            <a:solidFill>
              <a:schemeClr val="accent1"/>
            </a:solidFill>
            <a:prstDash val="solid"/>
            <a:round/>
            <a:headEnd len="med" w="med" type="none"/>
            <a:tailEnd len="med" w="med" type="triangle"/>
          </a:ln>
        </p:spPr>
      </p:cxnSp>
      <p:sp>
        <p:nvSpPr>
          <p:cNvPr id="2043" name="Google Shape;2043;p248"/>
          <p:cNvSpPr txBox="1"/>
          <p:nvPr>
            <p:ph idx="4294967295" type="title"/>
          </p:nvPr>
        </p:nvSpPr>
        <p:spPr>
          <a:xfrm>
            <a:off x="3033200" y="2716800"/>
            <a:ext cx="2959200" cy="6963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lt1"/>
                </a:solidFill>
                <a:latin typeface="Lexend Deca"/>
                <a:ea typeface="Lexend Deca"/>
                <a:cs typeface="Lexend Deca"/>
                <a:sym typeface="Lexend Deca"/>
              </a:rPr>
              <a:t>Question frames u</a:t>
            </a:r>
            <a:r>
              <a:rPr lang="en" sz="1200">
                <a:solidFill>
                  <a:schemeClr val="lt1"/>
                </a:solidFill>
                <a:latin typeface="Lexend Deca"/>
                <a:ea typeface="Lexend Deca"/>
                <a:cs typeface="Lexend Deca"/>
                <a:sym typeface="Lexend Deca"/>
              </a:rPr>
              <a:t>se case with the same </a:t>
            </a:r>
            <a:r>
              <a:rPr lang="en" sz="1200">
                <a:solidFill>
                  <a:schemeClr val="lt1"/>
                </a:solidFill>
                <a:latin typeface="Lexend Deca"/>
                <a:ea typeface="Lexend Deca"/>
                <a:cs typeface="Lexend Deca"/>
                <a:sym typeface="Lexend Deca"/>
              </a:rPr>
              <a:t>language</a:t>
            </a:r>
            <a:r>
              <a:rPr lang="en" sz="1200">
                <a:solidFill>
                  <a:schemeClr val="lt1"/>
                </a:solidFill>
                <a:latin typeface="Lexend Deca"/>
                <a:ea typeface="Lexend Deca"/>
                <a:cs typeface="Lexend Deca"/>
                <a:sym typeface="Lexend Deca"/>
              </a:rPr>
              <a:t> used throughout the customer journey</a:t>
            </a:r>
            <a:endParaRPr sz="1200">
              <a:solidFill>
                <a:schemeClr val="lt1"/>
              </a:solidFill>
              <a:latin typeface="Lexend Deca"/>
              <a:ea typeface="Lexend Deca"/>
              <a:cs typeface="Lexend Deca"/>
              <a:sym typeface="Lexend Deca"/>
            </a:endParaRPr>
          </a:p>
        </p:txBody>
      </p:sp>
      <p:sp>
        <p:nvSpPr>
          <p:cNvPr id="2044" name="Google Shape;2044;p248"/>
          <p:cNvSpPr txBox="1"/>
          <p:nvPr/>
        </p:nvSpPr>
        <p:spPr>
          <a:xfrm>
            <a:off x="2551400" y="4121725"/>
            <a:ext cx="3922800" cy="221100"/>
          </a:xfrm>
          <a:prstGeom prst="rect">
            <a:avLst/>
          </a:prstGeom>
          <a:solidFill>
            <a:srgbClr val="F6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rgbClr val="425B76"/>
                </a:solidFill>
                <a:latin typeface="Lexend Deca Light"/>
                <a:ea typeface="Lexend Deca Light"/>
                <a:cs typeface="Lexend Deca Light"/>
                <a:sym typeface="Lexend Deca Light"/>
              </a:rPr>
              <a:t>How satisfied are you with how HubSpot helps you attract customers?</a:t>
            </a:r>
            <a:endParaRPr sz="800">
              <a:solidFill>
                <a:srgbClr val="425B76"/>
              </a:solidFill>
              <a:latin typeface="Lexend Deca Light"/>
              <a:ea typeface="Lexend Deca Light"/>
              <a:cs typeface="Lexend Deca Light"/>
              <a:sym typeface="Lexend Deca Light"/>
            </a:endParaRPr>
          </a:p>
        </p:txBody>
      </p:sp>
      <p:sp>
        <p:nvSpPr>
          <p:cNvPr id="2045" name="Google Shape;2045;p248"/>
          <p:cNvSpPr txBox="1"/>
          <p:nvPr>
            <p:ph idx="4294967295"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300">
                <a:solidFill>
                  <a:schemeClr val="dk1"/>
                </a:solidFill>
                <a:latin typeface="Lexend Deca"/>
                <a:ea typeface="Lexend Deca"/>
                <a:cs typeface="Lexend Deca"/>
                <a:sym typeface="Lexend Deca"/>
              </a:rPr>
              <a:t>What could this look like?</a:t>
            </a:r>
            <a:br>
              <a:rPr lang="en" sz="3300">
                <a:solidFill>
                  <a:schemeClr val="dk1"/>
                </a:solidFill>
                <a:latin typeface="Lexend Deca"/>
                <a:ea typeface="Lexend Deca"/>
                <a:cs typeface="Lexend Deca"/>
                <a:sym typeface="Lexend Deca"/>
              </a:rPr>
            </a:br>
            <a:r>
              <a:rPr lang="en" sz="2100">
                <a:solidFill>
                  <a:schemeClr val="lt1"/>
                </a:solidFill>
                <a:latin typeface="Lexend Deca"/>
                <a:ea typeface="Lexend Deca"/>
                <a:cs typeface="Lexend Deca"/>
                <a:sym typeface="Lexend Deca"/>
              </a:rPr>
              <a:t>Customer satisfaction</a:t>
            </a:r>
            <a:endParaRPr sz="2100">
              <a:solidFill>
                <a:schemeClr val="lt1"/>
              </a:solidFill>
              <a:latin typeface="Lexend Deca"/>
              <a:ea typeface="Lexend Deca"/>
              <a:cs typeface="Lexend Deca"/>
              <a:sym typeface="Lexend Dec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pic>
        <p:nvPicPr>
          <p:cNvPr id="2050" name="Google Shape;2050;p249"/>
          <p:cNvPicPr preferRelativeResize="0"/>
          <p:nvPr/>
        </p:nvPicPr>
        <p:blipFill rotWithShape="1">
          <a:blip r:embed="rId3">
            <a:alphaModFix/>
          </a:blip>
          <a:srcRect b="18200" l="0" r="0" t="0"/>
          <a:stretch/>
        </p:blipFill>
        <p:spPr>
          <a:xfrm>
            <a:off x="5898650" y="1434475"/>
            <a:ext cx="2774349" cy="1499276"/>
          </a:xfrm>
          <a:prstGeom prst="rect">
            <a:avLst/>
          </a:prstGeom>
          <a:noFill/>
          <a:ln>
            <a:noFill/>
          </a:ln>
          <a:effectLst>
            <a:outerShdw blurRad="57150" rotWithShape="0" algn="bl" dir="5400000" dist="19050">
              <a:srgbClr val="000000">
                <a:alpha val="50000"/>
              </a:srgbClr>
            </a:outerShdw>
          </a:effectLst>
        </p:spPr>
      </p:pic>
      <p:sp>
        <p:nvSpPr>
          <p:cNvPr id="2051" name="Google Shape;2051;p249"/>
          <p:cNvSpPr txBox="1"/>
          <p:nvPr>
            <p:ph type="title"/>
          </p:nvPr>
        </p:nvSpPr>
        <p:spPr>
          <a:xfrm>
            <a:off x="668213" y="252275"/>
            <a:ext cx="7983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700">
                <a:solidFill>
                  <a:schemeClr val="dk1"/>
                </a:solidFill>
                <a:latin typeface="Lexend Deca"/>
                <a:ea typeface="Lexend Deca"/>
                <a:cs typeface="Lexend Deca"/>
                <a:sym typeface="Lexend Deca"/>
              </a:rPr>
              <a:t>Use cases across the customer journey</a:t>
            </a:r>
            <a:endParaRPr sz="2700">
              <a:solidFill>
                <a:schemeClr val="dk1"/>
              </a:solidFill>
              <a:latin typeface="Lexend Deca"/>
              <a:ea typeface="Lexend Deca"/>
              <a:cs typeface="Lexend Deca"/>
              <a:sym typeface="Lexend Deca"/>
            </a:endParaRPr>
          </a:p>
        </p:txBody>
      </p:sp>
      <p:pic>
        <p:nvPicPr>
          <p:cNvPr id="2052" name="Google Shape;2052;p249"/>
          <p:cNvPicPr preferRelativeResize="0"/>
          <p:nvPr/>
        </p:nvPicPr>
        <p:blipFill rotWithShape="1">
          <a:blip r:embed="rId4">
            <a:alphaModFix/>
          </a:blip>
          <a:srcRect b="51026" l="16092" r="18467" t="0"/>
          <a:stretch/>
        </p:blipFill>
        <p:spPr>
          <a:xfrm>
            <a:off x="286300" y="1428300"/>
            <a:ext cx="2765400" cy="1499275"/>
          </a:xfrm>
          <a:prstGeom prst="rect">
            <a:avLst/>
          </a:prstGeom>
          <a:noFill/>
          <a:ln>
            <a:noFill/>
          </a:ln>
          <a:effectLst>
            <a:outerShdw blurRad="57150" rotWithShape="0" algn="bl" dir="5400000" dist="19050">
              <a:srgbClr val="000000">
                <a:alpha val="50000"/>
              </a:srgbClr>
            </a:outerShdw>
          </a:effectLst>
        </p:spPr>
      </p:pic>
      <p:pic>
        <p:nvPicPr>
          <p:cNvPr id="2053" name="Google Shape;2053;p249"/>
          <p:cNvPicPr preferRelativeResize="0"/>
          <p:nvPr/>
        </p:nvPicPr>
        <p:blipFill>
          <a:blip r:embed="rId5">
            <a:alphaModFix/>
          </a:blip>
          <a:stretch>
            <a:fillRect/>
          </a:stretch>
        </p:blipFill>
        <p:spPr>
          <a:xfrm>
            <a:off x="3275750" y="1428300"/>
            <a:ext cx="2398848" cy="1499276"/>
          </a:xfrm>
          <a:prstGeom prst="rect">
            <a:avLst/>
          </a:prstGeom>
          <a:noFill/>
          <a:ln>
            <a:noFill/>
          </a:ln>
          <a:effectLst>
            <a:outerShdw blurRad="57150" rotWithShape="0" algn="bl" dir="5400000" dist="19050">
              <a:srgbClr val="000000">
                <a:alpha val="50000"/>
              </a:srgbClr>
            </a:outerShdw>
          </a:effectLst>
        </p:spPr>
      </p:pic>
      <p:pic>
        <p:nvPicPr>
          <p:cNvPr id="2054" name="Google Shape;2054;p249"/>
          <p:cNvPicPr preferRelativeResize="0"/>
          <p:nvPr/>
        </p:nvPicPr>
        <p:blipFill rotWithShape="1">
          <a:blip r:embed="rId6">
            <a:alphaModFix/>
          </a:blip>
          <a:srcRect b="17074" l="0" r="0" t="0"/>
          <a:stretch/>
        </p:blipFill>
        <p:spPr>
          <a:xfrm>
            <a:off x="282250" y="3479950"/>
            <a:ext cx="2769449" cy="1499275"/>
          </a:xfrm>
          <a:prstGeom prst="rect">
            <a:avLst/>
          </a:prstGeom>
          <a:noFill/>
          <a:ln>
            <a:noFill/>
          </a:ln>
          <a:effectLst>
            <a:outerShdw blurRad="57150" rotWithShape="0" algn="bl" dir="5400000" dist="19050">
              <a:srgbClr val="000000">
                <a:alpha val="50000"/>
              </a:srgbClr>
            </a:outerShdw>
          </a:effectLst>
        </p:spPr>
      </p:pic>
      <p:grpSp>
        <p:nvGrpSpPr>
          <p:cNvPr id="2055" name="Google Shape;2055;p249"/>
          <p:cNvGrpSpPr/>
          <p:nvPr/>
        </p:nvGrpSpPr>
        <p:grpSpPr>
          <a:xfrm>
            <a:off x="5898650" y="3479975"/>
            <a:ext cx="2765400" cy="1499450"/>
            <a:chOff x="-1" y="906582"/>
            <a:chExt cx="7814072" cy="4236933"/>
          </a:xfrm>
        </p:grpSpPr>
        <p:pic>
          <p:nvPicPr>
            <p:cNvPr id="2056" name="Google Shape;2056;p249"/>
            <p:cNvPicPr preferRelativeResize="0"/>
            <p:nvPr/>
          </p:nvPicPr>
          <p:blipFill rotWithShape="1">
            <a:blip r:embed="rId7">
              <a:alphaModFix amt="60000"/>
            </a:blip>
            <a:srcRect b="0" l="0" r="14545" t="0"/>
            <a:stretch/>
          </p:blipFill>
          <p:spPr>
            <a:xfrm>
              <a:off x="-1" y="906582"/>
              <a:ext cx="7814072" cy="3897711"/>
            </a:xfrm>
            <a:prstGeom prst="rect">
              <a:avLst/>
            </a:prstGeom>
            <a:noFill/>
            <a:ln>
              <a:noFill/>
            </a:ln>
          </p:spPr>
        </p:pic>
        <p:pic>
          <p:nvPicPr>
            <p:cNvPr id="2057" name="Google Shape;2057;p249"/>
            <p:cNvPicPr preferRelativeResize="0"/>
            <p:nvPr/>
          </p:nvPicPr>
          <p:blipFill rotWithShape="1">
            <a:blip r:embed="rId8">
              <a:alphaModFix/>
            </a:blip>
            <a:srcRect b="0" l="0" r="14545" t="77655"/>
            <a:stretch/>
          </p:blipFill>
          <p:spPr>
            <a:xfrm>
              <a:off x="-1" y="4040094"/>
              <a:ext cx="7814072" cy="1103420"/>
            </a:xfrm>
            <a:prstGeom prst="rect">
              <a:avLst/>
            </a:prstGeom>
            <a:noFill/>
            <a:ln>
              <a:noFill/>
            </a:ln>
          </p:spPr>
        </p:pic>
        <p:sp>
          <p:nvSpPr>
            <p:cNvPr id="2058" name="Google Shape;2058;p249"/>
            <p:cNvSpPr txBox="1"/>
            <p:nvPr/>
          </p:nvSpPr>
          <p:spPr>
            <a:xfrm>
              <a:off x="2625050" y="4144500"/>
              <a:ext cx="3793200" cy="221100"/>
            </a:xfrm>
            <a:prstGeom prst="rect">
              <a:avLst/>
            </a:prstGeom>
            <a:solidFill>
              <a:srgbClr val="F6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
                  <a:solidFill>
                    <a:srgbClr val="425B76"/>
                  </a:solidFill>
                  <a:latin typeface="Lexend Deca Light"/>
                  <a:ea typeface="Lexend Deca Light"/>
                  <a:cs typeface="Lexend Deca Light"/>
                  <a:sym typeface="Lexend Deca Light"/>
                </a:rPr>
                <a:t>How satisfied are you with organizing and tracking contacts in HubSpot?</a:t>
              </a:r>
              <a:endParaRPr sz="200">
                <a:solidFill>
                  <a:srgbClr val="425B76"/>
                </a:solidFill>
                <a:latin typeface="Lexend Deca Light"/>
                <a:ea typeface="Lexend Deca Light"/>
                <a:cs typeface="Lexend Deca Light"/>
                <a:sym typeface="Lexend Deca Light"/>
              </a:endParaRPr>
            </a:p>
          </p:txBody>
        </p:sp>
      </p:grpSp>
      <p:sp>
        <p:nvSpPr>
          <p:cNvPr id="2059" name="Google Shape;2059;p249"/>
          <p:cNvSpPr txBox="1"/>
          <p:nvPr>
            <p:ph type="title"/>
          </p:nvPr>
        </p:nvSpPr>
        <p:spPr>
          <a:xfrm>
            <a:off x="0" y="2966861"/>
            <a:ext cx="9144000" cy="4800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700">
                <a:solidFill>
                  <a:schemeClr val="lt1"/>
                </a:solidFill>
                <a:latin typeface="Lexend Deca"/>
                <a:ea typeface="Lexend Deca"/>
                <a:cs typeface="Lexend Deca"/>
                <a:sym typeface="Lexend Deca"/>
              </a:rPr>
              <a:t>Consistent language from Website &gt; Signup &gt; Onboarding &gt; Upgrade &gt; CSAT</a:t>
            </a:r>
            <a:endParaRPr sz="1700">
              <a:solidFill>
                <a:schemeClr val="lt1"/>
              </a:solidFill>
              <a:latin typeface="Lexend Deca"/>
              <a:ea typeface="Lexend Deca"/>
              <a:cs typeface="Lexend Deca"/>
              <a:sym typeface="Lexend Deca"/>
            </a:endParaRPr>
          </a:p>
        </p:txBody>
      </p:sp>
      <p:pic>
        <p:nvPicPr>
          <p:cNvPr id="2060" name="Google Shape;2060;p249"/>
          <p:cNvPicPr preferRelativeResize="0"/>
          <p:nvPr/>
        </p:nvPicPr>
        <p:blipFill rotWithShape="1">
          <a:blip r:embed="rId9">
            <a:alphaModFix/>
          </a:blip>
          <a:srcRect b="7098" l="0" r="0" t="0"/>
          <a:stretch/>
        </p:blipFill>
        <p:spPr>
          <a:xfrm>
            <a:off x="3275750" y="3479975"/>
            <a:ext cx="2398848" cy="14994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250"/>
          <p:cNvSpPr txBox="1"/>
          <p:nvPr>
            <p:ph type="title"/>
          </p:nvPr>
        </p:nvSpPr>
        <p:spPr>
          <a:xfrm>
            <a:off x="692875" y="1417225"/>
            <a:ext cx="7983000" cy="34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Deca Light"/>
                <a:ea typeface="Lexend Deca Light"/>
                <a:cs typeface="Lexend Deca Light"/>
                <a:sym typeface="Lexend Deca Light"/>
              </a:rPr>
              <a:t>Before we start developing the content framework, here are some areas I’d love to get teams’ feedback on:</a:t>
            </a:r>
            <a:br>
              <a:rPr lang="en" sz="1600">
                <a:solidFill>
                  <a:schemeClr val="dk1"/>
                </a:solidFill>
                <a:latin typeface="Lexend Deca Light"/>
                <a:ea typeface="Lexend Deca Light"/>
                <a:cs typeface="Lexend Deca Light"/>
                <a:sym typeface="Lexend Deca Light"/>
              </a:rPr>
            </a:br>
            <a:endParaRPr sz="1600">
              <a:solidFill>
                <a:schemeClr val="dk1"/>
              </a:solidFill>
              <a:latin typeface="Lexend Deca Light"/>
              <a:ea typeface="Lexend Deca Light"/>
              <a:cs typeface="Lexend Deca Light"/>
              <a:sym typeface="Lexend Deca Light"/>
            </a:endParaRPr>
          </a:p>
          <a:p>
            <a:pPr indent="-330200" lvl="0" marL="457200" rtl="0" algn="l">
              <a:spcBef>
                <a:spcPts val="0"/>
              </a:spcBef>
              <a:spcAft>
                <a:spcPts val="0"/>
              </a:spcAft>
              <a:buSzPts val="1600"/>
              <a:buFont typeface="Lexend Deca Light"/>
              <a:buChar char="●"/>
            </a:pPr>
            <a:r>
              <a:rPr lang="en" sz="1600">
                <a:solidFill>
                  <a:schemeClr val="dk1"/>
                </a:solidFill>
                <a:latin typeface="Lexend Deca Light"/>
                <a:ea typeface="Lexend Deca Light"/>
                <a:cs typeface="Lexend Deca Light"/>
                <a:sym typeface="Lexend Deca Light"/>
              </a:rPr>
              <a:t>Do we need to group use cases in categories?</a:t>
            </a:r>
            <a:endParaRPr sz="1600">
              <a:solidFill>
                <a:schemeClr val="dk1"/>
              </a:solidFill>
              <a:latin typeface="Lexend Deca Light"/>
              <a:ea typeface="Lexend Deca Light"/>
              <a:cs typeface="Lexend Deca Light"/>
              <a:sym typeface="Lexend Deca Light"/>
            </a:endParaRPr>
          </a:p>
          <a:p>
            <a:pPr indent="-304800" lvl="1" marL="914400" rtl="0" algn="l">
              <a:spcBef>
                <a:spcPts val="0"/>
              </a:spcBef>
              <a:spcAft>
                <a:spcPts val="0"/>
              </a:spcAft>
              <a:buSzPts val="1200"/>
              <a:buFont typeface="Lexend Deca Light"/>
              <a:buChar char="○"/>
            </a:pPr>
            <a:r>
              <a:rPr lang="en" sz="1200">
                <a:latin typeface="Lexend Deca Light"/>
                <a:ea typeface="Lexend Deca Light"/>
                <a:cs typeface="Lexend Deca Light"/>
                <a:sym typeface="Lexend Deca Light"/>
              </a:rPr>
              <a:t>For example are the</a:t>
            </a:r>
            <a:r>
              <a:rPr lang="en" sz="1200">
                <a:solidFill>
                  <a:schemeClr val="dk1"/>
                </a:solidFill>
                <a:latin typeface="Lexend Deca Light"/>
                <a:ea typeface="Lexend Deca Light"/>
                <a:cs typeface="Lexend Deca Light"/>
                <a:sym typeface="Lexend Deca Light"/>
              </a:rPr>
              <a:t> positioning pillars helpfu</a:t>
            </a:r>
            <a:r>
              <a:rPr lang="en" sz="1200">
                <a:latin typeface="Lexend Deca Light"/>
                <a:ea typeface="Lexend Deca Light"/>
                <a:cs typeface="Lexend Deca Light"/>
                <a:sym typeface="Lexend Deca Light"/>
              </a:rPr>
              <a:t>l? Is more it useful to group use cases by</a:t>
            </a:r>
            <a:r>
              <a:rPr lang="en" sz="1200">
                <a:solidFill>
                  <a:schemeClr val="dk1"/>
                </a:solidFill>
                <a:latin typeface="Lexend Deca Light"/>
                <a:ea typeface="Lexend Deca Light"/>
                <a:cs typeface="Lexend Deca Light"/>
                <a:sym typeface="Lexend Deca Light"/>
              </a:rPr>
              <a:t> </a:t>
            </a:r>
            <a:r>
              <a:rPr lang="en" sz="1200">
                <a:solidFill>
                  <a:schemeClr val="dk1"/>
                </a:solidFill>
                <a:latin typeface="Lexend Deca Light"/>
                <a:ea typeface="Lexend Deca Light"/>
                <a:cs typeface="Lexend Deca Light"/>
                <a:sym typeface="Lexend Deca Light"/>
              </a:rPr>
              <a:t>Hub </a:t>
            </a:r>
            <a:r>
              <a:rPr lang="en" sz="1200">
                <a:solidFill>
                  <a:schemeClr val="dk1"/>
                </a:solidFill>
                <a:latin typeface="Lexend Deca Light"/>
                <a:ea typeface="Lexend Deca Light"/>
                <a:cs typeface="Lexend Deca Light"/>
                <a:sym typeface="Lexend Deca Light"/>
              </a:rPr>
              <a:t>(</a:t>
            </a:r>
            <a:r>
              <a:rPr lang="en" sz="1200">
                <a:latin typeface="Lexend Deca Light"/>
                <a:ea typeface="Lexend Deca Light"/>
                <a:cs typeface="Lexend Deca Light"/>
                <a:sym typeface="Lexend Deca Light"/>
              </a:rPr>
              <a:t>provided we frame them from a user perspective - “don’t ship the org chart”!)?</a:t>
            </a:r>
            <a:r>
              <a:rPr lang="en" sz="1200">
                <a:solidFill>
                  <a:schemeClr val="dk1"/>
                </a:solidFill>
                <a:latin typeface="Lexend Deca Light"/>
                <a:ea typeface="Lexend Deca Light"/>
                <a:cs typeface="Lexend Deca Light"/>
                <a:sym typeface="Lexend Deca Light"/>
              </a:rPr>
              <a:t> </a:t>
            </a:r>
            <a:r>
              <a:rPr lang="en" sz="1200">
                <a:latin typeface="Lexend Deca Light"/>
                <a:ea typeface="Lexend Deca Light"/>
                <a:cs typeface="Lexend Deca Light"/>
                <a:sym typeface="Lexend Deca Light"/>
              </a:rPr>
              <a:t>How and where would we use this kind of grouping?</a:t>
            </a:r>
            <a:endParaRPr sz="1200">
              <a:solidFill>
                <a:schemeClr val="dk1"/>
              </a:solidFill>
              <a:latin typeface="Lexend Deca Light"/>
              <a:ea typeface="Lexend Deca Light"/>
              <a:cs typeface="Lexend Deca Light"/>
              <a:sym typeface="Lexend Deca Light"/>
            </a:endParaRPr>
          </a:p>
          <a:p>
            <a:pPr indent="-330200" lvl="0" marL="457200" rtl="0" algn="l">
              <a:spcBef>
                <a:spcPts val="0"/>
              </a:spcBef>
              <a:spcAft>
                <a:spcPts val="0"/>
              </a:spcAft>
              <a:buClr>
                <a:schemeClr val="dk1"/>
              </a:buClr>
              <a:buSzPts val="1600"/>
              <a:buFont typeface="Lexend Deca Light"/>
              <a:buChar char="●"/>
            </a:pPr>
            <a:r>
              <a:rPr lang="en" sz="1600">
                <a:solidFill>
                  <a:schemeClr val="dk1"/>
                </a:solidFill>
                <a:latin typeface="Lexend Deca Light"/>
                <a:ea typeface="Lexend Deca Light"/>
                <a:cs typeface="Lexend Deca Light"/>
                <a:sym typeface="Lexend Deca Light"/>
              </a:rPr>
              <a:t>How might we </a:t>
            </a:r>
            <a:r>
              <a:rPr lang="en" sz="1600">
                <a:solidFill>
                  <a:schemeClr val="dk1"/>
                </a:solidFill>
                <a:latin typeface="Lexend Deca Light"/>
                <a:ea typeface="Lexend Deca Light"/>
                <a:cs typeface="Lexend Deca Light"/>
                <a:sym typeface="Lexend Deca Light"/>
              </a:rPr>
              <a:t>adapt use case language through the user/buyer journey</a:t>
            </a:r>
            <a:r>
              <a:rPr lang="en" sz="1600">
                <a:solidFill>
                  <a:schemeClr val="dk1"/>
                </a:solidFill>
                <a:latin typeface="Lexend Deca Light"/>
                <a:ea typeface="Lexend Deca Light"/>
                <a:cs typeface="Lexend Deca Light"/>
                <a:sym typeface="Lexend Deca Light"/>
              </a:rPr>
              <a:t>? </a:t>
            </a:r>
            <a:endParaRPr sz="1600">
              <a:solidFill>
                <a:schemeClr val="dk1"/>
              </a:solidFill>
              <a:latin typeface="Lexend Deca Light"/>
              <a:ea typeface="Lexend Deca Light"/>
              <a:cs typeface="Lexend Deca Light"/>
              <a:sym typeface="Lexend Deca Light"/>
            </a:endParaRPr>
          </a:p>
          <a:p>
            <a:pPr indent="-304800" lvl="1" marL="914400" rtl="0" algn="l">
              <a:spcBef>
                <a:spcPts val="0"/>
              </a:spcBef>
              <a:spcAft>
                <a:spcPts val="0"/>
              </a:spcAft>
              <a:buClr>
                <a:schemeClr val="dk1"/>
              </a:buClr>
              <a:buSzPts val="1200"/>
              <a:buFont typeface="Lexend Deca Light"/>
              <a:buChar char="○"/>
            </a:pPr>
            <a:r>
              <a:rPr lang="en" sz="1200">
                <a:solidFill>
                  <a:schemeClr val="dk1"/>
                </a:solidFill>
                <a:latin typeface="Lexend Deca Light"/>
                <a:ea typeface="Lexend Deca Light"/>
                <a:cs typeface="Lexend Deca Light"/>
                <a:sym typeface="Lexend Deca Light"/>
              </a:rPr>
              <a:t>We should avoid repetition b</a:t>
            </a:r>
            <a:r>
              <a:rPr lang="en" sz="1200">
                <a:latin typeface="Lexend Deca Light"/>
                <a:ea typeface="Lexend Deca Light"/>
                <a:cs typeface="Lexend Deca Light"/>
                <a:sym typeface="Lexend Deca Light"/>
              </a:rPr>
              <a:t>y progressively building our messaging. V</a:t>
            </a:r>
            <a:r>
              <a:rPr lang="en" sz="1200">
                <a:solidFill>
                  <a:schemeClr val="dk1"/>
                </a:solidFill>
                <a:latin typeface="Lexend Deca Light"/>
                <a:ea typeface="Lexend Deca Light"/>
                <a:cs typeface="Lexend Deca Light"/>
                <a:sym typeface="Lexend Deca Light"/>
              </a:rPr>
              <a:t>alue props should be specific to what people are looking for at a given point</a:t>
            </a:r>
            <a:r>
              <a:rPr lang="en" sz="1200">
                <a:latin typeface="Lexend Deca Light"/>
                <a:ea typeface="Lexend Deca Light"/>
                <a:cs typeface="Lexend Deca Light"/>
                <a:sym typeface="Lexend Deca Light"/>
              </a:rPr>
              <a:t> in their journey. </a:t>
            </a:r>
            <a:endParaRPr sz="1200">
              <a:latin typeface="Lexend Deca Light"/>
              <a:ea typeface="Lexend Deca Light"/>
              <a:cs typeface="Lexend Deca Light"/>
              <a:sym typeface="Lexend Deca Light"/>
            </a:endParaRPr>
          </a:p>
          <a:p>
            <a:pPr indent="-330200" lvl="0" marL="457200" rtl="0" algn="l">
              <a:spcBef>
                <a:spcPts val="0"/>
              </a:spcBef>
              <a:spcAft>
                <a:spcPts val="0"/>
              </a:spcAft>
              <a:buClr>
                <a:schemeClr val="dk1"/>
              </a:buClr>
              <a:buSzPts val="1600"/>
              <a:buFont typeface="Lexend Deca Light"/>
              <a:buChar char="●"/>
            </a:pPr>
            <a:r>
              <a:rPr lang="en" sz="1600">
                <a:solidFill>
                  <a:schemeClr val="dk1"/>
                </a:solidFill>
                <a:latin typeface="Lexend Deca Light"/>
                <a:ea typeface="Lexend Deca Light"/>
                <a:cs typeface="Lexend Deca Light"/>
                <a:sym typeface="Lexend Deca Light"/>
              </a:rPr>
              <a:t>What does the user journey look like for each use case? </a:t>
            </a:r>
            <a:endParaRPr sz="1600">
              <a:solidFill>
                <a:schemeClr val="dk1"/>
              </a:solidFill>
              <a:latin typeface="Lexend Deca Light"/>
              <a:ea typeface="Lexend Deca Light"/>
              <a:cs typeface="Lexend Deca Light"/>
              <a:sym typeface="Lexend Deca Light"/>
            </a:endParaRPr>
          </a:p>
          <a:p>
            <a:pPr indent="-304800" lvl="1" marL="914400" rtl="0" algn="l">
              <a:spcBef>
                <a:spcPts val="0"/>
              </a:spcBef>
              <a:spcAft>
                <a:spcPts val="0"/>
              </a:spcAft>
              <a:buClr>
                <a:schemeClr val="dk1"/>
              </a:buClr>
              <a:buSzPts val="1200"/>
              <a:buFont typeface="Lexend Deca Light"/>
              <a:buChar char="○"/>
            </a:pPr>
            <a:r>
              <a:rPr lang="en" sz="1200">
                <a:solidFill>
                  <a:schemeClr val="dk1"/>
                </a:solidFill>
                <a:latin typeface="Lexend Deca Light"/>
                <a:ea typeface="Lexend Deca Light"/>
                <a:cs typeface="Lexend Deca Light"/>
                <a:sym typeface="Lexend Deca Light"/>
              </a:rPr>
              <a:t>For example, if someone signs up for the “Get paid faster” use case, should the first thing they see in onboarding cover the technical details of setting up payments, or a broader introduction to the platform?</a:t>
            </a:r>
            <a:endParaRPr sz="1200">
              <a:solidFill>
                <a:schemeClr val="dk1"/>
              </a:solidFill>
              <a:latin typeface="Lexend Deca Light"/>
              <a:ea typeface="Lexend Deca Light"/>
              <a:cs typeface="Lexend Deca Light"/>
              <a:sym typeface="Lexend Deca Light"/>
            </a:endParaRPr>
          </a:p>
          <a:p>
            <a:pPr indent="-304800" lvl="0" marL="457200" rtl="0" algn="l">
              <a:spcBef>
                <a:spcPts val="0"/>
              </a:spcBef>
              <a:spcAft>
                <a:spcPts val="0"/>
              </a:spcAft>
              <a:buClr>
                <a:schemeClr val="dk1"/>
              </a:buClr>
              <a:buSzPts val="1200"/>
              <a:buFont typeface="Lexend Deca Light"/>
              <a:buChar char="●"/>
            </a:pPr>
            <a:r>
              <a:rPr lang="en" sz="1600">
                <a:solidFill>
                  <a:schemeClr val="dk1"/>
                </a:solidFill>
                <a:latin typeface="Lexend Deca Light"/>
                <a:ea typeface="Lexend Deca Light"/>
                <a:cs typeface="Lexend Deca Light"/>
                <a:sym typeface="Lexend Deca Light"/>
              </a:rPr>
              <a:t>Is it more helpful for the framework to contain specific snippets for many situations, or to give guidance that teams can apply themselves?</a:t>
            </a:r>
            <a:endParaRPr sz="1600">
              <a:latin typeface="Lexend Deca Light"/>
              <a:ea typeface="Lexend Deca Light"/>
              <a:cs typeface="Lexend Deca Light"/>
              <a:sym typeface="Lexend Deca Light"/>
            </a:endParaRPr>
          </a:p>
        </p:txBody>
      </p:sp>
      <p:sp>
        <p:nvSpPr>
          <p:cNvPr id="2066" name="Google Shape;2066;p250"/>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Lexend Deca"/>
                <a:ea typeface="Lexend Deca"/>
                <a:cs typeface="Lexend Deca"/>
                <a:sym typeface="Lexend Deca"/>
              </a:rPr>
              <a:t>Things to explore</a:t>
            </a:r>
            <a:endParaRPr sz="3000">
              <a:solidFill>
                <a:schemeClr val="dk1"/>
              </a:solidFill>
              <a:latin typeface="Lexend Deca"/>
              <a:ea typeface="Lexend Deca"/>
              <a:cs typeface="Lexend Deca"/>
              <a:sym typeface="Lexend Dec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sp>
        <p:nvSpPr>
          <p:cNvPr id="2071" name="Google Shape;2071;p251"/>
          <p:cNvSpPr txBox="1"/>
          <p:nvPr>
            <p:ph type="title"/>
          </p:nvPr>
        </p:nvSpPr>
        <p:spPr>
          <a:xfrm>
            <a:off x="692875" y="1417226"/>
            <a:ext cx="7983000" cy="33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Deca Light"/>
                <a:ea typeface="Lexend Deca Light"/>
                <a:cs typeface="Lexend Deca Light"/>
                <a:sym typeface="Lexend Deca Light"/>
              </a:rPr>
              <a:t>Before we start developing the content framework, here are some areas I’d love to get teams’ feedback on:</a:t>
            </a:r>
            <a:br>
              <a:rPr lang="en" sz="1600">
                <a:solidFill>
                  <a:schemeClr val="dk1"/>
                </a:solidFill>
                <a:latin typeface="Lexend Deca Light"/>
                <a:ea typeface="Lexend Deca Light"/>
                <a:cs typeface="Lexend Deca Light"/>
                <a:sym typeface="Lexend Deca Light"/>
              </a:rPr>
            </a:br>
            <a:endParaRPr sz="1600">
              <a:latin typeface="Lexend Deca Light"/>
              <a:ea typeface="Lexend Deca Light"/>
              <a:cs typeface="Lexend Deca Light"/>
              <a:sym typeface="Lexend Deca Light"/>
            </a:endParaRPr>
          </a:p>
          <a:p>
            <a:pPr indent="-330200" lvl="0" marL="457200" rtl="0" algn="l">
              <a:spcBef>
                <a:spcPts val="0"/>
              </a:spcBef>
              <a:spcAft>
                <a:spcPts val="0"/>
              </a:spcAft>
              <a:buSzPts val="1600"/>
              <a:buFont typeface="Lexend Deca Light"/>
              <a:buChar char="●"/>
            </a:pPr>
            <a:r>
              <a:rPr lang="en" sz="1600">
                <a:latin typeface="Lexend Deca Light"/>
                <a:ea typeface="Lexend Deca Light"/>
                <a:cs typeface="Lexend Deca Light"/>
                <a:sym typeface="Lexend Deca Light"/>
              </a:rPr>
              <a:t>How might we reflect value HubSpot offers that’s not specifically tied to a use case?</a:t>
            </a:r>
            <a:endParaRPr sz="1600">
              <a:latin typeface="Lexend Deca Light"/>
              <a:ea typeface="Lexend Deca Light"/>
              <a:cs typeface="Lexend Deca Light"/>
              <a:sym typeface="Lexend Deca Light"/>
            </a:endParaRPr>
          </a:p>
          <a:p>
            <a:pPr indent="-330200" lvl="1" marL="914400" rtl="0" algn="l">
              <a:spcBef>
                <a:spcPts val="0"/>
              </a:spcBef>
              <a:spcAft>
                <a:spcPts val="0"/>
              </a:spcAft>
              <a:buSzPts val="1600"/>
              <a:buFont typeface="Lexend Deca Light"/>
              <a:buChar char="○"/>
            </a:pPr>
            <a:r>
              <a:rPr lang="en" sz="1200">
                <a:latin typeface="Lexend Deca Light"/>
                <a:ea typeface="Lexend Deca Light"/>
                <a:cs typeface="Lexend Deca Light"/>
                <a:sym typeface="Lexend Deca Light"/>
              </a:rPr>
              <a:t>AI, process automation, community, and delightful onboarding are good examples of things that we need to find a consistent way to showcase, but are more likely to apply to many use cases than be a specific thing that users are looking for. Do we need to find consistent ways to talk about these things too?</a:t>
            </a:r>
            <a:endParaRPr sz="1600">
              <a:latin typeface="Lexend Deca Light"/>
              <a:ea typeface="Lexend Deca Light"/>
              <a:cs typeface="Lexend Deca Light"/>
              <a:sym typeface="Lexend Deca Light"/>
            </a:endParaRPr>
          </a:p>
          <a:p>
            <a:pPr indent="-330200" lvl="0" marL="457200" rtl="0" algn="l">
              <a:spcBef>
                <a:spcPts val="0"/>
              </a:spcBef>
              <a:spcAft>
                <a:spcPts val="0"/>
              </a:spcAft>
              <a:buClr>
                <a:schemeClr val="dk1"/>
              </a:buClr>
              <a:buSzPts val="1600"/>
              <a:buFont typeface="Lexend Deca Light"/>
              <a:buChar char="●"/>
            </a:pPr>
            <a:r>
              <a:rPr lang="en" sz="1600">
                <a:latin typeface="Lexend Deca Light"/>
                <a:ea typeface="Lexend Deca Light"/>
                <a:cs typeface="Lexend Deca Light"/>
                <a:sym typeface="Lexend Deca Light"/>
              </a:rPr>
              <a:t>Is it helpful to create different content snippets for features at free and paid levels?</a:t>
            </a:r>
            <a:endParaRPr sz="1600">
              <a:latin typeface="Lexend Deca Light"/>
              <a:ea typeface="Lexend Deca Light"/>
              <a:cs typeface="Lexend Deca Light"/>
              <a:sym typeface="Lexend Deca Light"/>
            </a:endParaRPr>
          </a:p>
          <a:p>
            <a:pPr indent="-304800" lvl="1" marL="914400" rtl="0" algn="l">
              <a:spcBef>
                <a:spcPts val="0"/>
              </a:spcBef>
              <a:spcAft>
                <a:spcPts val="0"/>
              </a:spcAft>
              <a:buSzPts val="1200"/>
              <a:buFont typeface="Lexend Deca Light"/>
              <a:buChar char="○"/>
            </a:pPr>
            <a:r>
              <a:rPr lang="en" sz="1200">
                <a:latin typeface="Lexend Deca Light"/>
                <a:ea typeface="Lexend Deca Light"/>
                <a:cs typeface="Lexend Deca Light"/>
                <a:sym typeface="Lexend Deca Light"/>
              </a:rPr>
              <a:t>We don’t want to undersell the product by limiting ourselves to free features, but need to manage expectations about the free version</a:t>
            </a:r>
            <a:endParaRPr sz="1200">
              <a:latin typeface="Lexend Deca Light"/>
              <a:ea typeface="Lexend Deca Light"/>
              <a:cs typeface="Lexend Deca Light"/>
              <a:sym typeface="Lexend Deca Light"/>
            </a:endParaRPr>
          </a:p>
          <a:p>
            <a:pPr indent="-330200" lvl="0" marL="457200" rtl="0" algn="l">
              <a:spcBef>
                <a:spcPts val="0"/>
              </a:spcBef>
              <a:spcAft>
                <a:spcPts val="0"/>
              </a:spcAft>
              <a:buSzPts val="1600"/>
              <a:buFont typeface="Lexend Deca Light"/>
              <a:buChar char="●"/>
            </a:pPr>
            <a:r>
              <a:rPr lang="en" sz="1600">
                <a:latin typeface="Lexend Deca Light"/>
                <a:ea typeface="Lexend Deca Light"/>
                <a:cs typeface="Lexend Deca Light"/>
                <a:sym typeface="Lexend Deca Light"/>
              </a:rPr>
              <a:t>How might we use AI to make our language and feature suggestion more specific to what a user is most interested in?</a:t>
            </a:r>
            <a:endParaRPr sz="1600">
              <a:latin typeface="Lexend Deca Light"/>
              <a:ea typeface="Lexend Deca Light"/>
              <a:cs typeface="Lexend Deca Light"/>
              <a:sym typeface="Lexend Deca Light"/>
            </a:endParaRPr>
          </a:p>
        </p:txBody>
      </p:sp>
      <p:sp>
        <p:nvSpPr>
          <p:cNvPr id="2072" name="Google Shape;2072;p251"/>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Lexend Deca"/>
                <a:ea typeface="Lexend Deca"/>
                <a:cs typeface="Lexend Deca"/>
                <a:sym typeface="Lexend Deca"/>
              </a:rPr>
              <a:t>Things to explore</a:t>
            </a:r>
            <a:endParaRPr sz="3000">
              <a:solidFill>
                <a:schemeClr val="dk1"/>
              </a:solidFill>
              <a:latin typeface="Lexend Deca"/>
              <a:ea typeface="Lexend Deca"/>
              <a:cs typeface="Lexend Deca"/>
              <a:sym typeface="Lexend Dec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sp>
        <p:nvSpPr>
          <p:cNvPr id="2077" name="Google Shape;2077;p252"/>
          <p:cNvSpPr txBox="1"/>
          <p:nvPr>
            <p:ph type="title"/>
          </p:nvPr>
        </p:nvSpPr>
        <p:spPr>
          <a:xfrm>
            <a:off x="692875" y="1417214"/>
            <a:ext cx="7983000" cy="30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Lexend Deca"/>
                <a:ea typeface="Lexend Deca"/>
                <a:cs typeface="Lexend Deca"/>
                <a:sym typeface="Lexend Deca"/>
              </a:rPr>
              <a:t>Here are the things I am planning to do next, with input and support from Growth teams</a:t>
            </a:r>
            <a:r>
              <a:rPr b="1" lang="en" sz="1300">
                <a:solidFill>
                  <a:schemeClr val="dk1"/>
                </a:solidFill>
                <a:latin typeface="Lexend Deca"/>
                <a:ea typeface="Lexend Deca"/>
                <a:cs typeface="Lexend Deca"/>
                <a:sym typeface="Lexend Deca"/>
              </a:rPr>
              <a:t>:</a:t>
            </a:r>
            <a:endParaRPr b="1" sz="1300">
              <a:solidFill>
                <a:schemeClr val="dk1"/>
              </a:solidFill>
              <a:latin typeface="Lexend Deca"/>
              <a:ea typeface="Lexend Deca"/>
              <a:cs typeface="Lexend Deca"/>
              <a:sym typeface="Lexend Deca"/>
            </a:endParaRPr>
          </a:p>
          <a:p>
            <a:pPr indent="-311150" lvl="0" marL="457200" rtl="0" algn="l">
              <a:spcBef>
                <a:spcPts val="0"/>
              </a:spcBef>
              <a:spcAft>
                <a:spcPts val="0"/>
              </a:spcAft>
              <a:buClr>
                <a:schemeClr val="dk1"/>
              </a:buClr>
              <a:buSzPts val="1300"/>
              <a:buFont typeface="Lexend Deca Light"/>
              <a:buChar char="●"/>
            </a:pPr>
            <a:r>
              <a:rPr lang="en" sz="1300">
                <a:solidFill>
                  <a:schemeClr val="dk1"/>
                </a:solidFill>
                <a:latin typeface="Lexend Deca Light"/>
                <a:ea typeface="Lexend Deca Light"/>
                <a:cs typeface="Lexend Deca Light"/>
                <a:sym typeface="Lexend Deca Light"/>
              </a:rPr>
              <a:t>Develop a use case content framework to articulate user-facing language, reusable snippets, and guidance for all use cases and features</a:t>
            </a:r>
            <a:endParaRPr sz="1300">
              <a:solidFill>
                <a:schemeClr val="dk1"/>
              </a:solidFill>
              <a:latin typeface="Lexend Deca Light"/>
              <a:ea typeface="Lexend Deca Light"/>
              <a:cs typeface="Lexend Deca Light"/>
              <a:sym typeface="Lexend Deca Light"/>
            </a:endParaRPr>
          </a:p>
          <a:p>
            <a:pPr indent="-311150" lvl="0" marL="457200" rtl="0" algn="l">
              <a:spcBef>
                <a:spcPts val="0"/>
              </a:spcBef>
              <a:spcAft>
                <a:spcPts val="0"/>
              </a:spcAft>
              <a:buClr>
                <a:schemeClr val="dk1"/>
              </a:buClr>
              <a:buSzPts val="1300"/>
              <a:buFont typeface="Lexend Deca Light"/>
              <a:buChar char="●"/>
            </a:pPr>
            <a:r>
              <a:rPr lang="en" sz="1300">
                <a:solidFill>
                  <a:schemeClr val="dk1"/>
                </a:solidFill>
                <a:latin typeface="Lexend Deca Light"/>
                <a:ea typeface="Lexend Deca Light"/>
                <a:cs typeface="Lexend Deca Light"/>
                <a:sym typeface="Lexend Deca Light"/>
              </a:rPr>
              <a:t>Leverage existing content assets, such as the </a:t>
            </a:r>
            <a:r>
              <a:rPr lang="en" sz="1300" u="sng">
                <a:solidFill>
                  <a:schemeClr val="accent3"/>
                </a:solidFill>
                <a:latin typeface="Lexend Deca Light"/>
                <a:ea typeface="Lexend Deca Light"/>
                <a:cs typeface="Lexend Deca Light"/>
                <a:sym typeface="Lexend Deca Light"/>
                <a:hlinkClick r:id="rId3">
                  <a:extLst>
                    <a:ext uri="{A12FA001-AC4F-418D-AE19-62706E023703}">
                      <ahyp:hlinkClr val="tx"/>
                    </a:ext>
                  </a:extLst>
                </a:hlinkClick>
              </a:rPr>
              <a:t>User Guide Pattern Consolidation: Content Strategy</a:t>
            </a:r>
            <a:r>
              <a:rPr lang="en" sz="1300">
                <a:solidFill>
                  <a:schemeClr val="dk1"/>
                </a:solidFill>
                <a:latin typeface="Lexend Deca Light"/>
                <a:ea typeface="Lexend Deca Light"/>
                <a:cs typeface="Lexend Deca Light"/>
                <a:sym typeface="Lexend Deca Light"/>
              </a:rPr>
              <a:t> and </a:t>
            </a:r>
            <a:r>
              <a:rPr lang="en" sz="1300" u="sng">
                <a:solidFill>
                  <a:schemeClr val="accent3"/>
                </a:solidFill>
                <a:latin typeface="Lexend Deca Light"/>
                <a:ea typeface="Lexend Deca Light"/>
                <a:cs typeface="Lexend Deca Light"/>
                <a:sym typeface="Lexend Deca Light"/>
                <a:hlinkClick r:id="rId4">
                  <a:extLst>
                    <a:ext uri="{A12FA001-AC4F-418D-AE19-62706E023703}">
                      <ahyp:hlinkClr val="tx"/>
                    </a:ext>
                  </a:extLst>
                </a:hlinkClick>
              </a:rPr>
              <a:t>upgrade </a:t>
            </a:r>
            <a:r>
              <a:rPr lang="en" sz="1300" u="sng">
                <a:solidFill>
                  <a:schemeClr val="accent3"/>
                </a:solidFill>
                <a:latin typeface="Lexend Deca Light"/>
                <a:ea typeface="Lexend Deca Light"/>
                <a:cs typeface="Lexend Deca Light"/>
                <a:sym typeface="Lexend Deca Light"/>
                <a:hlinkClick r:id="rId5">
                  <a:extLst>
                    <a:ext uri="{A12FA001-AC4F-418D-AE19-62706E023703}">
                      <ahyp:hlinkClr val="tx"/>
                    </a:ext>
                  </a:extLst>
                </a:hlinkClick>
              </a:rPr>
              <a:t>modal library</a:t>
            </a:r>
            <a:r>
              <a:rPr lang="en" sz="1300">
                <a:solidFill>
                  <a:schemeClr val="dk1"/>
                </a:solidFill>
                <a:latin typeface="Lexend Deca Light"/>
                <a:ea typeface="Lexend Deca Light"/>
                <a:cs typeface="Lexend Deca Light"/>
                <a:sym typeface="Lexend Deca Light"/>
              </a:rPr>
              <a:t> to expand the coverage of the framework</a:t>
            </a:r>
            <a:endParaRPr sz="13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t/>
            </a:r>
            <a:endParaRPr sz="1300">
              <a:solidFill>
                <a:schemeClr val="dk1"/>
              </a:solidFill>
              <a:latin typeface="Lexend Deca Light"/>
              <a:ea typeface="Lexend Deca Light"/>
              <a:cs typeface="Lexend Deca Light"/>
              <a:sym typeface="Lexend Deca Light"/>
            </a:endParaRPr>
          </a:p>
          <a:p>
            <a:pPr indent="0" lvl="0" marL="0" rtl="0" algn="l">
              <a:spcBef>
                <a:spcPts val="0"/>
              </a:spcBef>
              <a:spcAft>
                <a:spcPts val="0"/>
              </a:spcAft>
              <a:buNone/>
            </a:pPr>
            <a:r>
              <a:rPr b="1" lang="en" sz="1300">
                <a:solidFill>
                  <a:schemeClr val="dk1"/>
                </a:solidFill>
                <a:latin typeface="Lexend Deca"/>
                <a:ea typeface="Lexend Deca"/>
                <a:cs typeface="Lexend Deca"/>
                <a:sym typeface="Lexend Deca"/>
              </a:rPr>
              <a:t>There are a few areas where I will need more help from others:</a:t>
            </a:r>
            <a:endParaRPr b="1" sz="1300">
              <a:solidFill>
                <a:schemeClr val="dk1"/>
              </a:solidFill>
              <a:latin typeface="Lexend Deca"/>
              <a:ea typeface="Lexend Deca"/>
              <a:cs typeface="Lexend Deca"/>
              <a:sym typeface="Lexend Deca"/>
            </a:endParaRPr>
          </a:p>
          <a:p>
            <a:pPr indent="-311150" lvl="0" marL="457200" rtl="0" algn="l">
              <a:spcBef>
                <a:spcPts val="0"/>
              </a:spcBef>
              <a:spcAft>
                <a:spcPts val="0"/>
              </a:spcAft>
              <a:buClr>
                <a:schemeClr val="dk1"/>
              </a:buClr>
              <a:buSzPts val="1300"/>
              <a:buFont typeface="Lexend Deca Light"/>
              <a:buChar char="●"/>
            </a:pPr>
            <a:r>
              <a:rPr lang="en" sz="1300">
                <a:solidFill>
                  <a:schemeClr val="dk1"/>
                </a:solidFill>
                <a:latin typeface="Lexend Deca Light"/>
                <a:ea typeface="Lexend Deca Light"/>
                <a:cs typeface="Lexend Deca Light"/>
                <a:sym typeface="Lexend Deca Light"/>
              </a:rPr>
              <a:t>Map use cases to the “objects” we’re creating across Growth workstreams (templates, playbooks, upgrade modals, etc) so that we can better understand how we will align customer journeys around use cases</a:t>
            </a:r>
            <a:endParaRPr sz="1300">
              <a:latin typeface="Lexend Deca Light"/>
              <a:ea typeface="Lexend Deca Light"/>
              <a:cs typeface="Lexend Deca Light"/>
              <a:sym typeface="Lexend Deca Light"/>
            </a:endParaRPr>
          </a:p>
          <a:p>
            <a:pPr indent="-311150" lvl="0" marL="457200" rtl="0" algn="l">
              <a:spcBef>
                <a:spcPts val="0"/>
              </a:spcBef>
              <a:spcAft>
                <a:spcPts val="0"/>
              </a:spcAft>
              <a:buClr>
                <a:schemeClr val="dk1"/>
              </a:buClr>
              <a:buSzPts val="1300"/>
              <a:buFont typeface="Lexend Deca Light"/>
              <a:buChar char="●"/>
            </a:pPr>
            <a:r>
              <a:rPr lang="en" sz="1300">
                <a:solidFill>
                  <a:schemeClr val="dk1"/>
                </a:solidFill>
                <a:latin typeface="Lexend Deca Light"/>
                <a:ea typeface="Lexend Deca Light"/>
                <a:cs typeface="Lexend Deca Light"/>
                <a:sym typeface="Lexend Deca Light"/>
              </a:rPr>
              <a:t>Harness the Free &amp; Starter Relaunch workstreams to roll out consistent user-facing language:</a:t>
            </a:r>
            <a:endParaRPr sz="1300">
              <a:solidFill>
                <a:schemeClr val="dk1"/>
              </a:solidFill>
              <a:latin typeface="Lexend Deca Light"/>
              <a:ea typeface="Lexend Deca Light"/>
              <a:cs typeface="Lexend Deca Light"/>
              <a:sym typeface="Lexend Deca Light"/>
            </a:endParaRPr>
          </a:p>
          <a:p>
            <a:pPr indent="-311150" lvl="1" marL="914400" rtl="0" algn="l">
              <a:spcBef>
                <a:spcPts val="0"/>
              </a:spcBef>
              <a:spcAft>
                <a:spcPts val="0"/>
              </a:spcAft>
              <a:buSzPts val="1300"/>
              <a:buFont typeface="Lexend Deca Light"/>
              <a:buChar char="○"/>
            </a:pPr>
            <a:r>
              <a:rPr lang="en" sz="1300">
                <a:latin typeface="Lexend Deca Light"/>
                <a:ea typeface="Lexend Deca Light"/>
                <a:cs typeface="Lexend Deca Light"/>
                <a:sym typeface="Lexend Deca Light"/>
              </a:rPr>
              <a:t>The positioning and content working group would be consulted to ensure alignment between Marketing and Product</a:t>
            </a:r>
            <a:endParaRPr sz="1300">
              <a:latin typeface="Lexend Deca Light"/>
              <a:ea typeface="Lexend Deca Light"/>
              <a:cs typeface="Lexend Deca Light"/>
              <a:sym typeface="Lexend Deca Light"/>
            </a:endParaRPr>
          </a:p>
          <a:p>
            <a:pPr indent="-311150" lvl="1" marL="914400" rtl="0" algn="l">
              <a:spcBef>
                <a:spcPts val="0"/>
              </a:spcBef>
              <a:spcAft>
                <a:spcPts val="0"/>
              </a:spcAft>
              <a:buClr>
                <a:schemeClr val="dk1"/>
              </a:buClr>
              <a:buSzPts val="1300"/>
              <a:buFont typeface="Lexend Deca Light"/>
              <a:buChar char="○"/>
            </a:pPr>
            <a:r>
              <a:rPr lang="en" sz="1300">
                <a:solidFill>
                  <a:schemeClr val="dk1"/>
                </a:solidFill>
                <a:latin typeface="Lexend Deca Light"/>
                <a:ea typeface="Lexend Deca Light"/>
                <a:cs typeface="Lexend Deca Light"/>
                <a:sym typeface="Lexend Deca Light"/>
              </a:rPr>
              <a:t>The end-to-end-experience working group would be responsible for rolling out the new content and ensuring consistency</a:t>
            </a:r>
            <a:endParaRPr sz="1300">
              <a:latin typeface="Lexend Deca Light"/>
              <a:ea typeface="Lexend Deca Light"/>
              <a:cs typeface="Lexend Deca Light"/>
              <a:sym typeface="Lexend Deca Light"/>
            </a:endParaRPr>
          </a:p>
        </p:txBody>
      </p:sp>
      <p:sp>
        <p:nvSpPr>
          <p:cNvPr id="2078" name="Google Shape;2078;p252"/>
          <p:cNvSpPr txBox="1"/>
          <p:nvPr>
            <p:ph type="title"/>
          </p:nvPr>
        </p:nvSpPr>
        <p:spPr>
          <a:xfrm>
            <a:off x="501500" y="326575"/>
            <a:ext cx="7335000" cy="9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Lexend Deca"/>
                <a:ea typeface="Lexend Deca"/>
                <a:cs typeface="Lexend Deca"/>
                <a:sym typeface="Lexend Deca"/>
              </a:rPr>
              <a:t>What next?</a:t>
            </a:r>
            <a:endParaRPr sz="3000">
              <a:solidFill>
                <a:schemeClr val="dk1"/>
              </a:solidFill>
              <a:latin typeface="Lexend Deca"/>
              <a:ea typeface="Lexend Deca"/>
              <a:cs typeface="Lexend Deca"/>
              <a:sym typeface="Lexend Dec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253"/>
          <p:cNvSpPr txBox="1"/>
          <p:nvPr>
            <p:ph idx="4294967295" type="title"/>
          </p:nvPr>
        </p:nvSpPr>
        <p:spPr>
          <a:xfrm>
            <a:off x="254600" y="66850"/>
            <a:ext cx="6828600" cy="4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Lexend Deca ExtraLight"/>
                <a:ea typeface="Lexend Deca ExtraLight"/>
                <a:cs typeface="Lexend Deca ExtraLight"/>
                <a:sym typeface="Lexend Deca ExtraLight"/>
              </a:rPr>
              <a:t>Free and Starter</a:t>
            </a:r>
            <a:endParaRPr sz="1100">
              <a:solidFill>
                <a:srgbClr val="FFFFFF"/>
              </a:solidFill>
              <a:latin typeface="Lexend Deca ExtraLight"/>
              <a:ea typeface="Lexend Deca ExtraLight"/>
              <a:cs typeface="Lexend Deca ExtraLight"/>
              <a:sym typeface="Lexend Deca ExtraLight"/>
            </a:endParaRPr>
          </a:p>
          <a:p>
            <a:pPr indent="0" lvl="0" marL="0" rtl="0" algn="l">
              <a:spcBef>
                <a:spcPts val="0"/>
              </a:spcBef>
              <a:spcAft>
                <a:spcPts val="0"/>
              </a:spcAft>
              <a:buNone/>
            </a:pPr>
            <a:r>
              <a:rPr lang="en" sz="1800">
                <a:solidFill>
                  <a:srgbClr val="FFFFFF"/>
                </a:solidFill>
              </a:rPr>
              <a:t>Use Cases</a:t>
            </a:r>
            <a:endParaRPr sz="1800">
              <a:solidFill>
                <a:srgbClr val="FFFFFF"/>
              </a:solidFill>
            </a:endParaRPr>
          </a:p>
          <a:p>
            <a:pPr indent="0" lvl="0" marL="0" rtl="0" algn="l">
              <a:spcBef>
                <a:spcPts val="0"/>
              </a:spcBef>
              <a:spcAft>
                <a:spcPts val="0"/>
              </a:spcAft>
              <a:buNone/>
            </a:pPr>
            <a:r>
              <a:t/>
            </a:r>
            <a:endParaRPr sz="1800">
              <a:solidFill>
                <a:srgbClr val="FFFFFF"/>
              </a:solidFill>
            </a:endParaRPr>
          </a:p>
        </p:txBody>
      </p:sp>
      <p:sp>
        <p:nvSpPr>
          <p:cNvPr id="2084" name="Google Shape;2084;p253"/>
          <p:cNvSpPr txBox="1"/>
          <p:nvPr/>
        </p:nvSpPr>
        <p:spPr>
          <a:xfrm>
            <a:off x="317400" y="635650"/>
            <a:ext cx="76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chemeClr val="lt1"/>
              </a:solidFill>
              <a:latin typeface="Lexend Deca"/>
              <a:ea typeface="Lexend Deca"/>
              <a:cs typeface="Lexend Deca"/>
              <a:sym typeface="Lexend Deca"/>
            </a:endParaRPr>
          </a:p>
        </p:txBody>
      </p:sp>
      <p:sp>
        <p:nvSpPr>
          <p:cNvPr id="2085" name="Google Shape;2085;p253"/>
          <p:cNvSpPr txBox="1"/>
          <p:nvPr/>
        </p:nvSpPr>
        <p:spPr>
          <a:xfrm>
            <a:off x="254600" y="520150"/>
            <a:ext cx="845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Lexend Deca"/>
                <a:ea typeface="Lexend Deca"/>
                <a:cs typeface="Lexend Deca"/>
                <a:sym typeface="Lexend Deca"/>
              </a:rPr>
              <a:t>Copy snippets for Business Builders</a:t>
            </a:r>
            <a:endParaRPr sz="2400">
              <a:solidFill>
                <a:schemeClr val="lt1"/>
              </a:solidFill>
              <a:latin typeface="Lexend Deca"/>
              <a:ea typeface="Lexend Deca"/>
              <a:cs typeface="Lexend Deca"/>
              <a:sym typeface="Lexend Deca"/>
            </a:endParaRPr>
          </a:p>
        </p:txBody>
      </p:sp>
      <p:graphicFrame>
        <p:nvGraphicFramePr>
          <p:cNvPr id="2086" name="Google Shape;2086;p253"/>
          <p:cNvGraphicFramePr/>
          <p:nvPr/>
        </p:nvGraphicFramePr>
        <p:xfrm>
          <a:off x="254600" y="1051138"/>
          <a:ext cx="3000000" cy="3000000"/>
        </p:xfrm>
        <a:graphic>
          <a:graphicData uri="http://schemas.openxmlformats.org/drawingml/2006/table">
            <a:tbl>
              <a:tblPr>
                <a:noFill/>
                <a:tableStyleId>{2956295A-284B-434D-9FE9-A0E4271B7B66}</a:tableStyleId>
              </a:tblPr>
              <a:tblGrid>
                <a:gridCol w="2430000"/>
                <a:gridCol w="1772075"/>
                <a:gridCol w="2002500"/>
                <a:gridCol w="2380750"/>
              </a:tblGrid>
              <a:tr h="218200">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Use Case</a:t>
                      </a:r>
                      <a:endParaRPr sz="800">
                        <a:solidFill>
                          <a:srgbClr val="FFFFFF"/>
                        </a:solidFill>
                        <a:latin typeface="Lexend Deca Light"/>
                        <a:ea typeface="Lexend Deca Light"/>
                        <a:cs typeface="Lexend Deca Light"/>
                        <a:sym typeface="Lexend Deca Light"/>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V1</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V2</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c>
                  <a:txBody>
                    <a:bodyPr/>
                    <a:lstStyle/>
                    <a:p>
                      <a:pPr indent="0" lvl="0" marL="0" rtl="0" algn="l">
                        <a:lnSpc>
                          <a:spcPct val="115000"/>
                        </a:lnSpc>
                        <a:spcBef>
                          <a:spcPts val="0"/>
                        </a:spcBef>
                        <a:spcAft>
                          <a:spcPts val="500"/>
                        </a:spcAft>
                        <a:buNone/>
                      </a:pPr>
                      <a:r>
                        <a:rPr b="1" lang="en" sz="1000">
                          <a:solidFill>
                            <a:srgbClr val="FFFFFF"/>
                          </a:solidFill>
                          <a:latin typeface="Lexend Deca"/>
                          <a:ea typeface="Lexend Deca"/>
                          <a:cs typeface="Lexend Deca"/>
                          <a:sym typeface="Lexend Deca"/>
                        </a:rPr>
                        <a:t>Signup</a:t>
                      </a:r>
                      <a:endParaRPr b="1" sz="1000">
                        <a:solidFill>
                          <a:srgbClr val="FFFFFF"/>
                        </a:solidFill>
                        <a:latin typeface="Lexend Deca"/>
                        <a:ea typeface="Lexend Deca"/>
                        <a:cs typeface="Lexend Deca"/>
                        <a:sym typeface="Lexend Deca"/>
                      </a:endParaRPr>
                    </a:p>
                  </a:txBody>
                  <a:tcPr marT="45700" marB="45700" marR="45700" marL="45700"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516F90"/>
                      </a:solidFill>
                      <a:prstDash val="solid"/>
                      <a:round/>
                      <a:headEnd len="sm" w="sm" type="none"/>
                      <a:tailEnd len="sm" w="sm" type="none"/>
                    </a:lnB>
                    <a:solidFill>
                      <a:srgbClr val="33475B"/>
                    </a:solidFill>
                  </a:tcPr>
                </a:tc>
              </a:tr>
              <a:tr h="371000">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Unify customer profiles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Organize and track contacts.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rowSpan="2">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a:t>
                      </a:r>
                      <a:r>
                        <a:rPr lang="en" sz="1000">
                          <a:solidFill>
                            <a:srgbClr val="FFFFFF"/>
                          </a:solidFill>
                          <a:latin typeface="Lexend Deca"/>
                          <a:ea typeface="Lexend Deca"/>
                          <a:cs typeface="Lexend Deca"/>
                          <a:sym typeface="Lexend Deca"/>
                        </a:rPr>
                        <a:t> and optimize </a:t>
                      </a:r>
                      <a:r>
                        <a:rPr lang="en" sz="1000">
                          <a:solidFill>
                            <a:srgbClr val="FFFFFF"/>
                          </a:solidFill>
                          <a:latin typeface="Lexend Deca"/>
                          <a:ea typeface="Lexend Deca"/>
                          <a:cs typeface="Lexend Deca"/>
                          <a:sym typeface="Lexend Deca"/>
                        </a:rPr>
                        <a:t>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marketing content</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vMerge="1"/>
                <a:tc vMerge="1"/>
                <a:tc vMerge="1"/>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Build websites and landing pages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Create targeted marketing content with AI</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Automate marketing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marketing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Attract and convert customers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Generate leads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241850">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Collect payments and subscriptions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Get paid faster</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Send bills and collect payments</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241850">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Automate billing and invoicing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latin typeface="Lexend Deca"/>
                          <a:ea typeface="Lexend Deca"/>
                          <a:cs typeface="Lexend Deca"/>
                          <a:sym typeface="Lexend Deca"/>
                        </a:rPr>
                        <a:t>Simplify customer billing</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rgbClr val="FFFFFF"/>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vMerge="1"/>
              </a:tr>
              <a:tr h="231425">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Build pipeline</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Develop promising leads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rowSpan="2">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Grow and manage sales pipeline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r h="371000">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Close more deals</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vMerge="1"/>
              </a:tr>
              <a:tr h="371000">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425B76"/>
                      </a:solidFill>
                      <a:prstDash val="solid"/>
                      <a:round/>
                      <a:headEnd len="sm" w="sm" type="none"/>
                      <a:tailEnd len="sm" w="sm" type="none"/>
                    </a:lnT>
                    <a:lnB cap="flat" cmpd="sng" w="9525">
                      <a:solidFill>
                        <a:srgbClr val="425B76"/>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Give customers the support they need</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425B76"/>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Lexend Deca"/>
                          <a:ea typeface="Lexend Deca"/>
                          <a:cs typeface="Lexend Deca"/>
                          <a:sym typeface="Lexend Deca"/>
                        </a:rPr>
                        <a:t>Scale customer support</a:t>
                      </a:r>
                      <a:endParaRPr sz="1000">
                        <a:solidFill>
                          <a:schemeClr val="lt1"/>
                        </a:solidFill>
                        <a:latin typeface="Lexend Deca"/>
                        <a:ea typeface="Lexend Deca"/>
                        <a:cs typeface="Lexend Deca"/>
                        <a:sym typeface="Lexend Deca"/>
                      </a:endParaRPr>
                    </a:p>
                  </a:txBody>
                  <a:tcPr marT="19050" marB="19050" marR="28575" marL="28575" anchor="ctr">
                    <a:lnL cap="flat" cmpd="sng" w="9525">
                      <a:solidFill>
                        <a:srgbClr val="425B76"/>
                      </a:solidFill>
                      <a:prstDash val="solid"/>
                      <a:round/>
                      <a:headEnd len="sm" w="sm" type="none"/>
                      <a:tailEnd len="sm" w="sm" type="none"/>
                    </a:lnL>
                    <a:lnR cap="flat" cmpd="sng" w="9525">
                      <a:solidFill>
                        <a:srgbClr val="516F90"/>
                      </a:solidFill>
                      <a:prstDash val="solid"/>
                      <a:round/>
                      <a:headEnd len="sm" w="sm" type="none"/>
                      <a:tailEnd len="sm" w="sm" type="none"/>
                    </a:lnR>
                    <a:lnT cap="flat" cmpd="sng" w="9525">
                      <a:solidFill>
                        <a:srgbClr val="516F90"/>
                      </a:solidFill>
                      <a:prstDash val="solid"/>
                      <a:round/>
                      <a:headEnd len="sm" w="sm" type="none"/>
                      <a:tailEnd len="sm" w="sm" type="none"/>
                    </a:lnT>
                    <a:lnB cap="flat" cmpd="sng" w="9525">
                      <a:solidFill>
                        <a:srgbClr val="516F9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HubSpot Branded Google Slides">
  <a:themeElements>
    <a:clrScheme name="Simple Light">
      <a:dk1>
        <a:srgbClr val="213343"/>
      </a:dk1>
      <a:lt1>
        <a:srgbClr val="FFFFFF"/>
      </a:lt1>
      <a:dk2>
        <a:srgbClr val="99AFC4"/>
      </a:dk2>
      <a:lt2>
        <a:srgbClr val="F6F9FC"/>
      </a:lt2>
      <a:accent1>
        <a:srgbClr val="FF5C35"/>
      </a:accent1>
      <a:accent2>
        <a:srgbClr val="FEF4EA"/>
      </a:accent2>
      <a:accent3>
        <a:srgbClr val="0068B1"/>
      </a:accent3>
      <a:accent4>
        <a:srgbClr val="00497D"/>
      </a:accent4>
      <a:accent5>
        <a:srgbClr val="FFBC4B"/>
      </a:accent5>
      <a:accent6>
        <a:srgbClr val="D49134"/>
      </a:accent6>
      <a:hlink>
        <a:srgbClr val="0068B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ubSpot Branded Google Slides">
  <a:themeElements>
    <a:clrScheme name="Simple Light">
      <a:dk1>
        <a:srgbClr val="213343"/>
      </a:dk1>
      <a:lt1>
        <a:srgbClr val="FFFFFF"/>
      </a:lt1>
      <a:dk2>
        <a:srgbClr val="99AFC4"/>
      </a:dk2>
      <a:lt2>
        <a:srgbClr val="F6F9FC"/>
      </a:lt2>
      <a:accent1>
        <a:srgbClr val="FF5C35"/>
      </a:accent1>
      <a:accent2>
        <a:srgbClr val="FEF4EA"/>
      </a:accent2>
      <a:accent3>
        <a:srgbClr val="0068B1"/>
      </a:accent3>
      <a:accent4>
        <a:srgbClr val="00497D"/>
      </a:accent4>
      <a:accent5>
        <a:srgbClr val="FFBC4B"/>
      </a:accent5>
      <a:accent6>
        <a:srgbClr val="D49134"/>
      </a:accent6>
      <a:hlink>
        <a:srgbClr val="0068B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